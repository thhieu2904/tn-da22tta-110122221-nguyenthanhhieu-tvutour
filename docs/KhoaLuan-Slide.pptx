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6" r:id="rId5"/>
    <p:sldId id="260" r:id="rId6"/>
    <p:sldId id="265" r:id="rId7"/>
    <p:sldId id="267" r:id="rId8"/>
    <p:sldId id="261" r:id="rId9"/>
    <p:sldId id="268" r:id="rId10"/>
    <p:sldId id="269" r:id="rId11"/>
    <p:sldId id="263" r:id="rId12"/>
    <p:sldId id="262" r:id="rId13"/>
    <p:sldId id="270" r:id="rId14"/>
    <p:sldId id="271" r:id="rId15"/>
    <p:sldId id="272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A927F1-C96E-48E9-9136-757298C393D6}" v="3" dt="2025-03-22T08:56:58.5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4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6DDDE3-3D59-416E-A7E0-02781DFE52B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94CBF7B-E6BA-42BD-BAA6-A077D23DBB01}">
      <dgm:prSet/>
      <dgm:spPr/>
      <dgm:t>
        <a:bodyPr/>
        <a:lstStyle/>
        <a:p>
          <a:r>
            <a:rPr lang="vi-VN"/>
            <a:t>Bối cảnh và mục tiêu đề tài </a:t>
          </a:r>
          <a:endParaRPr lang="en-US"/>
        </a:p>
      </dgm:t>
    </dgm:pt>
    <dgm:pt modelId="{7E73E5E9-6CA8-4B81-A281-1617A3F0BE03}" type="parTrans" cxnId="{5A1B5356-4124-47B1-B48F-2812D92A6CB4}">
      <dgm:prSet/>
      <dgm:spPr/>
      <dgm:t>
        <a:bodyPr/>
        <a:lstStyle/>
        <a:p>
          <a:endParaRPr lang="en-US"/>
        </a:p>
      </dgm:t>
    </dgm:pt>
    <dgm:pt modelId="{612636A1-1AA0-4E3B-A8BF-2253C890DB03}" type="sibTrans" cxnId="{5A1B5356-4124-47B1-B48F-2812D92A6CB4}">
      <dgm:prSet/>
      <dgm:spPr/>
      <dgm:t>
        <a:bodyPr/>
        <a:lstStyle/>
        <a:p>
          <a:endParaRPr lang="en-US"/>
        </a:p>
      </dgm:t>
    </dgm:pt>
    <dgm:pt modelId="{F0B17CE6-04CC-4B06-A868-2AE4094E48F3}">
      <dgm:prSet/>
      <dgm:spPr/>
      <dgm:t>
        <a:bodyPr/>
        <a:lstStyle/>
        <a:p>
          <a:r>
            <a:rPr lang="vi-VN"/>
            <a:t>Giải pháp AI Agent tham quan ảo </a:t>
          </a:r>
          <a:endParaRPr lang="en-US"/>
        </a:p>
      </dgm:t>
    </dgm:pt>
    <dgm:pt modelId="{2F7AD7B2-3FA6-49E5-A907-B20DC4925A02}" type="parTrans" cxnId="{D9801E8C-4931-40EA-88D3-1E1C21C2BEEC}">
      <dgm:prSet/>
      <dgm:spPr/>
      <dgm:t>
        <a:bodyPr/>
        <a:lstStyle/>
        <a:p>
          <a:endParaRPr lang="en-US"/>
        </a:p>
      </dgm:t>
    </dgm:pt>
    <dgm:pt modelId="{9A7419E4-1B0D-4F25-BD90-B1B62DA58ABB}" type="sibTrans" cxnId="{D9801E8C-4931-40EA-88D3-1E1C21C2BEEC}">
      <dgm:prSet/>
      <dgm:spPr/>
      <dgm:t>
        <a:bodyPr/>
        <a:lstStyle/>
        <a:p>
          <a:endParaRPr lang="en-US"/>
        </a:p>
      </dgm:t>
    </dgm:pt>
    <dgm:pt modelId="{31147AD3-1EFB-4F49-BEDF-9C6CF7EEC0F9}">
      <dgm:prSet/>
      <dgm:spPr/>
      <dgm:t>
        <a:bodyPr/>
        <a:lstStyle/>
        <a:p>
          <a:r>
            <a:rPr lang="vi-VN"/>
            <a:t>Sản phẩm</a:t>
          </a:r>
          <a:r>
            <a:rPr lang="en-US"/>
            <a:t> </a:t>
          </a:r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thực tế</a:t>
          </a:r>
          <a:r>
            <a:rPr lang="vi-VN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3C3473F-4DF4-4AC5-8EF8-E4E74EC76399}" type="parTrans" cxnId="{243A6C02-198F-46A9-A503-822D1EA89534}">
      <dgm:prSet/>
      <dgm:spPr/>
      <dgm:t>
        <a:bodyPr/>
        <a:lstStyle/>
        <a:p>
          <a:endParaRPr lang="en-US"/>
        </a:p>
      </dgm:t>
    </dgm:pt>
    <dgm:pt modelId="{78BFD5AF-8210-45E4-845B-E82550A692BC}" type="sibTrans" cxnId="{243A6C02-198F-46A9-A503-822D1EA89534}">
      <dgm:prSet/>
      <dgm:spPr/>
      <dgm:t>
        <a:bodyPr/>
        <a:lstStyle/>
        <a:p>
          <a:endParaRPr lang="en-US"/>
        </a:p>
      </dgm:t>
    </dgm:pt>
    <dgm:pt modelId="{255F0DC0-5933-4595-AA45-E7B09ACF3CC3}">
      <dgm:prSet/>
      <dgm:spPr/>
      <dgm:t>
        <a:bodyPr/>
        <a:lstStyle/>
        <a:p>
          <a:r>
            <a:rPr lang="vi-VN"/>
            <a:t>Kết quả và hướng phát triển</a:t>
          </a:r>
          <a:endParaRPr lang="en-US"/>
        </a:p>
      </dgm:t>
    </dgm:pt>
    <dgm:pt modelId="{5229663B-8740-4629-B953-347C42DB696E}" type="parTrans" cxnId="{6984BA7D-5B4E-45F5-A02C-3F43E2BB33D1}">
      <dgm:prSet/>
      <dgm:spPr/>
      <dgm:t>
        <a:bodyPr/>
        <a:lstStyle/>
        <a:p>
          <a:endParaRPr lang="en-US"/>
        </a:p>
      </dgm:t>
    </dgm:pt>
    <dgm:pt modelId="{E4EFA9BE-8F8B-477E-9FFF-A765CA0DA09B}" type="sibTrans" cxnId="{6984BA7D-5B4E-45F5-A02C-3F43E2BB33D1}">
      <dgm:prSet/>
      <dgm:spPr/>
      <dgm:t>
        <a:bodyPr/>
        <a:lstStyle/>
        <a:p>
          <a:endParaRPr lang="en-US"/>
        </a:p>
      </dgm:t>
    </dgm:pt>
    <dgm:pt modelId="{18F75D3D-FE11-4B12-AC1D-8364A0D52C6F}" type="pres">
      <dgm:prSet presAssocID="{936DDDE3-3D59-416E-A7E0-02781DFE52B9}" presName="Name0" presStyleCnt="0">
        <dgm:presLayoutVars>
          <dgm:chMax val="7"/>
          <dgm:chPref val="7"/>
          <dgm:dir/>
        </dgm:presLayoutVars>
      </dgm:prSet>
      <dgm:spPr/>
    </dgm:pt>
    <dgm:pt modelId="{B3E0EE03-A60B-4E8F-9CA5-91DA8B15C80C}" type="pres">
      <dgm:prSet presAssocID="{936DDDE3-3D59-416E-A7E0-02781DFE52B9}" presName="Name1" presStyleCnt="0"/>
      <dgm:spPr/>
    </dgm:pt>
    <dgm:pt modelId="{8533E852-BE1B-4020-85FF-541572B9631D}" type="pres">
      <dgm:prSet presAssocID="{936DDDE3-3D59-416E-A7E0-02781DFE52B9}" presName="cycle" presStyleCnt="0"/>
      <dgm:spPr/>
    </dgm:pt>
    <dgm:pt modelId="{50294EEB-90CD-4B7E-B965-AC052470A18C}" type="pres">
      <dgm:prSet presAssocID="{936DDDE3-3D59-416E-A7E0-02781DFE52B9}" presName="srcNode" presStyleLbl="node1" presStyleIdx="0" presStyleCnt="4"/>
      <dgm:spPr/>
    </dgm:pt>
    <dgm:pt modelId="{E628D296-7102-4642-91CF-A4D072E31659}" type="pres">
      <dgm:prSet presAssocID="{936DDDE3-3D59-416E-A7E0-02781DFE52B9}" presName="conn" presStyleLbl="parChTrans1D2" presStyleIdx="0" presStyleCnt="1"/>
      <dgm:spPr/>
    </dgm:pt>
    <dgm:pt modelId="{2ACB76E4-302D-439C-8BBF-C12D97B1AF39}" type="pres">
      <dgm:prSet presAssocID="{936DDDE3-3D59-416E-A7E0-02781DFE52B9}" presName="extraNode" presStyleLbl="node1" presStyleIdx="0" presStyleCnt="4"/>
      <dgm:spPr/>
    </dgm:pt>
    <dgm:pt modelId="{4D344F6E-07C4-45EB-A27E-DE00E282051F}" type="pres">
      <dgm:prSet presAssocID="{936DDDE3-3D59-416E-A7E0-02781DFE52B9}" presName="dstNode" presStyleLbl="node1" presStyleIdx="0" presStyleCnt="4"/>
      <dgm:spPr/>
    </dgm:pt>
    <dgm:pt modelId="{4F6AB447-ABC6-4C1C-8495-11B49B39ABFD}" type="pres">
      <dgm:prSet presAssocID="{794CBF7B-E6BA-42BD-BAA6-A077D23DBB01}" presName="text_1" presStyleLbl="node1" presStyleIdx="0" presStyleCnt="4">
        <dgm:presLayoutVars>
          <dgm:bulletEnabled val="1"/>
        </dgm:presLayoutVars>
      </dgm:prSet>
      <dgm:spPr/>
    </dgm:pt>
    <dgm:pt modelId="{00AC70E9-B8CD-45EF-98CE-E9687B8EA431}" type="pres">
      <dgm:prSet presAssocID="{794CBF7B-E6BA-42BD-BAA6-A077D23DBB01}" presName="accent_1" presStyleCnt="0"/>
      <dgm:spPr/>
    </dgm:pt>
    <dgm:pt modelId="{7F5C29B6-3D52-4994-A638-9972250320E6}" type="pres">
      <dgm:prSet presAssocID="{794CBF7B-E6BA-42BD-BAA6-A077D23DBB01}" presName="accentRepeatNode" presStyleLbl="solidFgAcc1" presStyleIdx="0" presStyleCnt="4"/>
      <dgm:spPr/>
    </dgm:pt>
    <dgm:pt modelId="{4987CD11-D54B-41C5-A5F2-B3949575118F}" type="pres">
      <dgm:prSet presAssocID="{F0B17CE6-04CC-4B06-A868-2AE4094E48F3}" presName="text_2" presStyleLbl="node1" presStyleIdx="1" presStyleCnt="4">
        <dgm:presLayoutVars>
          <dgm:bulletEnabled val="1"/>
        </dgm:presLayoutVars>
      </dgm:prSet>
      <dgm:spPr/>
    </dgm:pt>
    <dgm:pt modelId="{46CC73E4-1903-41E6-A75D-3D9B40AD07E5}" type="pres">
      <dgm:prSet presAssocID="{F0B17CE6-04CC-4B06-A868-2AE4094E48F3}" presName="accent_2" presStyleCnt="0"/>
      <dgm:spPr/>
    </dgm:pt>
    <dgm:pt modelId="{8F542CE7-D776-4BE6-9BE2-48ED2F9CCA01}" type="pres">
      <dgm:prSet presAssocID="{F0B17CE6-04CC-4B06-A868-2AE4094E48F3}" presName="accentRepeatNode" presStyleLbl="solidFgAcc1" presStyleIdx="1" presStyleCnt="4"/>
      <dgm:spPr/>
    </dgm:pt>
    <dgm:pt modelId="{A7488CFA-3901-4675-96A5-17F54F5CD70C}" type="pres">
      <dgm:prSet presAssocID="{31147AD3-1EFB-4F49-BEDF-9C6CF7EEC0F9}" presName="text_3" presStyleLbl="node1" presStyleIdx="2" presStyleCnt="4">
        <dgm:presLayoutVars>
          <dgm:bulletEnabled val="1"/>
        </dgm:presLayoutVars>
      </dgm:prSet>
      <dgm:spPr/>
    </dgm:pt>
    <dgm:pt modelId="{02114785-644A-44C1-9337-5C285970C63E}" type="pres">
      <dgm:prSet presAssocID="{31147AD3-1EFB-4F49-BEDF-9C6CF7EEC0F9}" presName="accent_3" presStyleCnt="0"/>
      <dgm:spPr/>
    </dgm:pt>
    <dgm:pt modelId="{60852598-F752-43D5-BF55-2A23E9EA13A3}" type="pres">
      <dgm:prSet presAssocID="{31147AD3-1EFB-4F49-BEDF-9C6CF7EEC0F9}" presName="accentRepeatNode" presStyleLbl="solidFgAcc1" presStyleIdx="2" presStyleCnt="4"/>
      <dgm:spPr/>
    </dgm:pt>
    <dgm:pt modelId="{051132D1-293D-4777-98FD-8DBAF7B7353E}" type="pres">
      <dgm:prSet presAssocID="{255F0DC0-5933-4595-AA45-E7B09ACF3CC3}" presName="text_4" presStyleLbl="node1" presStyleIdx="3" presStyleCnt="4">
        <dgm:presLayoutVars>
          <dgm:bulletEnabled val="1"/>
        </dgm:presLayoutVars>
      </dgm:prSet>
      <dgm:spPr/>
    </dgm:pt>
    <dgm:pt modelId="{F136FEAE-B54B-4A29-BBD3-9B9E0D2D1E2B}" type="pres">
      <dgm:prSet presAssocID="{255F0DC0-5933-4595-AA45-E7B09ACF3CC3}" presName="accent_4" presStyleCnt="0"/>
      <dgm:spPr/>
    </dgm:pt>
    <dgm:pt modelId="{B8399194-1B98-423F-B37A-084BB5866D01}" type="pres">
      <dgm:prSet presAssocID="{255F0DC0-5933-4595-AA45-E7B09ACF3CC3}" presName="accentRepeatNode" presStyleLbl="solidFgAcc1" presStyleIdx="3" presStyleCnt="4"/>
      <dgm:spPr/>
    </dgm:pt>
  </dgm:ptLst>
  <dgm:cxnLst>
    <dgm:cxn modelId="{243A6C02-198F-46A9-A503-822D1EA89534}" srcId="{936DDDE3-3D59-416E-A7E0-02781DFE52B9}" destId="{31147AD3-1EFB-4F49-BEDF-9C6CF7EEC0F9}" srcOrd="2" destOrd="0" parTransId="{93C3473F-4DF4-4AC5-8EF8-E4E74EC76399}" sibTransId="{78BFD5AF-8210-45E4-845B-E82550A692BC}"/>
    <dgm:cxn modelId="{83E87314-BDDF-4F5E-A0C4-6A422D39F5EF}" type="presOf" srcId="{936DDDE3-3D59-416E-A7E0-02781DFE52B9}" destId="{18F75D3D-FE11-4B12-AC1D-8364A0D52C6F}" srcOrd="0" destOrd="0" presId="urn:microsoft.com/office/officeart/2008/layout/VerticalCurvedList"/>
    <dgm:cxn modelId="{C6F51B16-3BFA-4B79-A777-07ABBF4610A7}" type="presOf" srcId="{612636A1-1AA0-4E3B-A8BF-2253C890DB03}" destId="{E628D296-7102-4642-91CF-A4D072E31659}" srcOrd="0" destOrd="0" presId="urn:microsoft.com/office/officeart/2008/layout/VerticalCurvedList"/>
    <dgm:cxn modelId="{3ADBED2A-6C5D-4D53-8A72-B3FCF89F10CD}" type="presOf" srcId="{794CBF7B-E6BA-42BD-BAA6-A077D23DBB01}" destId="{4F6AB447-ABC6-4C1C-8495-11B49B39ABFD}" srcOrd="0" destOrd="0" presId="urn:microsoft.com/office/officeart/2008/layout/VerticalCurvedList"/>
    <dgm:cxn modelId="{5A1B5356-4124-47B1-B48F-2812D92A6CB4}" srcId="{936DDDE3-3D59-416E-A7E0-02781DFE52B9}" destId="{794CBF7B-E6BA-42BD-BAA6-A077D23DBB01}" srcOrd="0" destOrd="0" parTransId="{7E73E5E9-6CA8-4B81-A281-1617A3F0BE03}" sibTransId="{612636A1-1AA0-4E3B-A8BF-2253C890DB03}"/>
    <dgm:cxn modelId="{6984BA7D-5B4E-45F5-A02C-3F43E2BB33D1}" srcId="{936DDDE3-3D59-416E-A7E0-02781DFE52B9}" destId="{255F0DC0-5933-4595-AA45-E7B09ACF3CC3}" srcOrd="3" destOrd="0" parTransId="{5229663B-8740-4629-B953-347C42DB696E}" sibTransId="{E4EFA9BE-8F8B-477E-9FFF-A765CA0DA09B}"/>
    <dgm:cxn modelId="{D9801E8C-4931-40EA-88D3-1E1C21C2BEEC}" srcId="{936DDDE3-3D59-416E-A7E0-02781DFE52B9}" destId="{F0B17CE6-04CC-4B06-A868-2AE4094E48F3}" srcOrd="1" destOrd="0" parTransId="{2F7AD7B2-3FA6-49E5-A907-B20DC4925A02}" sibTransId="{9A7419E4-1B0D-4F25-BD90-B1B62DA58ABB}"/>
    <dgm:cxn modelId="{C13C4EAE-85C8-447C-88FC-AE3D759D71B6}" type="presOf" srcId="{F0B17CE6-04CC-4B06-A868-2AE4094E48F3}" destId="{4987CD11-D54B-41C5-A5F2-B3949575118F}" srcOrd="0" destOrd="0" presId="urn:microsoft.com/office/officeart/2008/layout/VerticalCurvedList"/>
    <dgm:cxn modelId="{3115D9B8-2017-4ACF-98D3-B02312E5DDE6}" type="presOf" srcId="{255F0DC0-5933-4595-AA45-E7B09ACF3CC3}" destId="{051132D1-293D-4777-98FD-8DBAF7B7353E}" srcOrd="0" destOrd="0" presId="urn:microsoft.com/office/officeart/2008/layout/VerticalCurvedList"/>
    <dgm:cxn modelId="{6FB003C9-8AC2-4536-A643-2C52A65748CC}" type="presOf" srcId="{31147AD3-1EFB-4F49-BEDF-9C6CF7EEC0F9}" destId="{A7488CFA-3901-4675-96A5-17F54F5CD70C}" srcOrd="0" destOrd="0" presId="urn:microsoft.com/office/officeart/2008/layout/VerticalCurvedList"/>
    <dgm:cxn modelId="{109EB47A-C93A-4E42-B776-CB3AFA9356D1}" type="presParOf" srcId="{18F75D3D-FE11-4B12-AC1D-8364A0D52C6F}" destId="{B3E0EE03-A60B-4E8F-9CA5-91DA8B15C80C}" srcOrd="0" destOrd="0" presId="urn:microsoft.com/office/officeart/2008/layout/VerticalCurvedList"/>
    <dgm:cxn modelId="{B5088C3C-3C64-4BF1-B9D7-D54CED5CF9F5}" type="presParOf" srcId="{B3E0EE03-A60B-4E8F-9CA5-91DA8B15C80C}" destId="{8533E852-BE1B-4020-85FF-541572B9631D}" srcOrd="0" destOrd="0" presId="urn:microsoft.com/office/officeart/2008/layout/VerticalCurvedList"/>
    <dgm:cxn modelId="{E5FD24BC-D184-4E4E-8D4E-D1E8505DEF37}" type="presParOf" srcId="{8533E852-BE1B-4020-85FF-541572B9631D}" destId="{50294EEB-90CD-4B7E-B965-AC052470A18C}" srcOrd="0" destOrd="0" presId="urn:microsoft.com/office/officeart/2008/layout/VerticalCurvedList"/>
    <dgm:cxn modelId="{CFE5B3A3-192F-45B5-A349-2579BEEA906A}" type="presParOf" srcId="{8533E852-BE1B-4020-85FF-541572B9631D}" destId="{E628D296-7102-4642-91CF-A4D072E31659}" srcOrd="1" destOrd="0" presId="urn:microsoft.com/office/officeart/2008/layout/VerticalCurvedList"/>
    <dgm:cxn modelId="{B8801D57-DA3D-4B30-AA46-47F30339FA86}" type="presParOf" srcId="{8533E852-BE1B-4020-85FF-541572B9631D}" destId="{2ACB76E4-302D-439C-8BBF-C12D97B1AF39}" srcOrd="2" destOrd="0" presId="urn:microsoft.com/office/officeart/2008/layout/VerticalCurvedList"/>
    <dgm:cxn modelId="{96F91E71-DC30-4657-942D-6010E95C61D6}" type="presParOf" srcId="{8533E852-BE1B-4020-85FF-541572B9631D}" destId="{4D344F6E-07C4-45EB-A27E-DE00E282051F}" srcOrd="3" destOrd="0" presId="urn:microsoft.com/office/officeart/2008/layout/VerticalCurvedList"/>
    <dgm:cxn modelId="{2A697CC4-7039-4736-A3AA-8891D0E03B7A}" type="presParOf" srcId="{B3E0EE03-A60B-4E8F-9CA5-91DA8B15C80C}" destId="{4F6AB447-ABC6-4C1C-8495-11B49B39ABFD}" srcOrd="1" destOrd="0" presId="urn:microsoft.com/office/officeart/2008/layout/VerticalCurvedList"/>
    <dgm:cxn modelId="{D935C94B-C696-43B9-BA63-0264EA08B1FD}" type="presParOf" srcId="{B3E0EE03-A60B-4E8F-9CA5-91DA8B15C80C}" destId="{00AC70E9-B8CD-45EF-98CE-E9687B8EA431}" srcOrd="2" destOrd="0" presId="urn:microsoft.com/office/officeart/2008/layout/VerticalCurvedList"/>
    <dgm:cxn modelId="{36F52414-2D74-4633-BFE0-2B26FEDDCB2F}" type="presParOf" srcId="{00AC70E9-B8CD-45EF-98CE-E9687B8EA431}" destId="{7F5C29B6-3D52-4994-A638-9972250320E6}" srcOrd="0" destOrd="0" presId="urn:microsoft.com/office/officeart/2008/layout/VerticalCurvedList"/>
    <dgm:cxn modelId="{395D56ED-853C-42D2-A052-0382997E46F9}" type="presParOf" srcId="{B3E0EE03-A60B-4E8F-9CA5-91DA8B15C80C}" destId="{4987CD11-D54B-41C5-A5F2-B3949575118F}" srcOrd="3" destOrd="0" presId="urn:microsoft.com/office/officeart/2008/layout/VerticalCurvedList"/>
    <dgm:cxn modelId="{994F7A52-34B0-49DE-8BF5-F8AA5B5180A2}" type="presParOf" srcId="{B3E0EE03-A60B-4E8F-9CA5-91DA8B15C80C}" destId="{46CC73E4-1903-41E6-A75D-3D9B40AD07E5}" srcOrd="4" destOrd="0" presId="urn:microsoft.com/office/officeart/2008/layout/VerticalCurvedList"/>
    <dgm:cxn modelId="{B6AA9094-3987-4DD2-9ED2-ABF875BAA57F}" type="presParOf" srcId="{46CC73E4-1903-41E6-A75D-3D9B40AD07E5}" destId="{8F542CE7-D776-4BE6-9BE2-48ED2F9CCA01}" srcOrd="0" destOrd="0" presId="urn:microsoft.com/office/officeart/2008/layout/VerticalCurvedList"/>
    <dgm:cxn modelId="{053CA46D-1F4A-48D1-82EF-F7D8A00EA76B}" type="presParOf" srcId="{B3E0EE03-A60B-4E8F-9CA5-91DA8B15C80C}" destId="{A7488CFA-3901-4675-96A5-17F54F5CD70C}" srcOrd="5" destOrd="0" presId="urn:microsoft.com/office/officeart/2008/layout/VerticalCurvedList"/>
    <dgm:cxn modelId="{AF069A69-1C3C-4A2D-9D5C-A347617B8777}" type="presParOf" srcId="{B3E0EE03-A60B-4E8F-9CA5-91DA8B15C80C}" destId="{02114785-644A-44C1-9337-5C285970C63E}" srcOrd="6" destOrd="0" presId="urn:microsoft.com/office/officeart/2008/layout/VerticalCurvedList"/>
    <dgm:cxn modelId="{AFD9740B-DF36-4E92-9E00-2D77DDF3B222}" type="presParOf" srcId="{02114785-644A-44C1-9337-5C285970C63E}" destId="{60852598-F752-43D5-BF55-2A23E9EA13A3}" srcOrd="0" destOrd="0" presId="urn:microsoft.com/office/officeart/2008/layout/VerticalCurvedList"/>
    <dgm:cxn modelId="{3B5C017C-39CF-4E83-B9AF-A4E6B5B755E0}" type="presParOf" srcId="{B3E0EE03-A60B-4E8F-9CA5-91DA8B15C80C}" destId="{051132D1-293D-4777-98FD-8DBAF7B7353E}" srcOrd="7" destOrd="0" presId="urn:microsoft.com/office/officeart/2008/layout/VerticalCurvedList"/>
    <dgm:cxn modelId="{871B7093-2A23-4FE4-93B0-07E677F919E2}" type="presParOf" srcId="{B3E0EE03-A60B-4E8F-9CA5-91DA8B15C80C}" destId="{F136FEAE-B54B-4A29-BBD3-9B9E0D2D1E2B}" srcOrd="8" destOrd="0" presId="urn:microsoft.com/office/officeart/2008/layout/VerticalCurvedList"/>
    <dgm:cxn modelId="{4018FA93-3E2C-49AC-BD6E-07E32BE018F1}" type="presParOf" srcId="{F136FEAE-B54B-4A29-BBD3-9B9E0D2D1E2B}" destId="{B8399194-1B98-423F-B37A-084BB5866D0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048111-7A39-436E-B757-18A4248D7EC7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EA9582-FC26-4359-A3F6-E85DB285C3F6}">
      <dgm:prSet custT="1"/>
      <dgm:spPr/>
      <dgm:t>
        <a:bodyPr/>
        <a:lstStyle/>
        <a:p>
          <a:pPr algn="ctr"/>
          <a:r>
            <a:rPr lang="vi-VN" sz="3000" b="1"/>
            <a:t>Thông tin</a:t>
          </a:r>
          <a:endParaRPr lang="en-US" sz="3000" b="1"/>
        </a:p>
        <a:p>
          <a:pPr algn="ctr"/>
          <a:r>
            <a:rPr lang="vi-VN" sz="3000" b="1"/>
            <a:t>rời rạc </a:t>
          </a:r>
          <a:endParaRPr lang="en-US" sz="3000" b="1"/>
        </a:p>
      </dgm:t>
    </dgm:pt>
    <dgm:pt modelId="{3F411BF0-5136-4FED-828A-5E86D1ACAA4F}" type="parTrans" cxnId="{10AF51A0-EA15-4F38-8060-ABEFA50E0D88}">
      <dgm:prSet/>
      <dgm:spPr/>
      <dgm:t>
        <a:bodyPr/>
        <a:lstStyle/>
        <a:p>
          <a:endParaRPr lang="en-US"/>
        </a:p>
      </dgm:t>
    </dgm:pt>
    <dgm:pt modelId="{896AF975-F3D0-48F8-923E-B1A4659F84D3}" type="sibTrans" cxnId="{10AF51A0-EA15-4F38-8060-ABEFA50E0D88}">
      <dgm:prSet/>
      <dgm:spPr/>
      <dgm:t>
        <a:bodyPr/>
        <a:lstStyle/>
        <a:p>
          <a:endParaRPr lang="en-US"/>
        </a:p>
      </dgm:t>
    </dgm:pt>
    <dgm:pt modelId="{2FF62730-BF42-4B19-A116-9BF7A0DDF623}">
      <dgm:prSet/>
      <dgm:spPr/>
      <dgm:t>
        <a:bodyPr/>
        <a:lstStyle/>
        <a:p>
          <a:pPr marL="0" indent="0" algn="l">
            <a:spcAft>
              <a:spcPts val="0"/>
            </a:spcAft>
            <a:buFontTx/>
            <a:buNone/>
          </a:pPr>
          <a:r>
            <a:rPr lang="vi-VN"/>
            <a:t>Thông tin về trường, ngành đào tạo và địa điểm trong khuôn viên còn được trình bày</a:t>
          </a:r>
          <a:endParaRPr lang="en-US"/>
        </a:p>
        <a:p>
          <a:pPr marL="0" indent="0" algn="l">
            <a:spcAft>
              <a:spcPts val="0"/>
            </a:spcAft>
            <a:buFontTx/>
            <a:buNone/>
          </a:pPr>
          <a:r>
            <a:rPr lang="vi-VN"/>
            <a:t>rời rạc ở nhiều nguồn.</a:t>
          </a:r>
          <a:endParaRPr lang="en-US"/>
        </a:p>
      </dgm:t>
    </dgm:pt>
    <dgm:pt modelId="{18CF8803-6C35-40AB-ABF3-374011BCB7B3}" type="parTrans" cxnId="{89915F12-410E-4564-AFE1-17FF2AD76707}">
      <dgm:prSet/>
      <dgm:spPr/>
      <dgm:t>
        <a:bodyPr/>
        <a:lstStyle/>
        <a:p>
          <a:endParaRPr lang="en-US"/>
        </a:p>
      </dgm:t>
    </dgm:pt>
    <dgm:pt modelId="{CF7D11ED-B370-4AB3-A359-5ECF55553318}" type="sibTrans" cxnId="{89915F12-410E-4564-AFE1-17FF2AD76707}">
      <dgm:prSet/>
      <dgm:spPr/>
      <dgm:t>
        <a:bodyPr/>
        <a:lstStyle/>
        <a:p>
          <a:endParaRPr lang="en-US"/>
        </a:p>
      </dgm:t>
    </dgm:pt>
    <dgm:pt modelId="{BAE29EA1-5163-4EF1-B2F6-311B7B3B32AC}">
      <dgm:prSet/>
      <dgm:spPr/>
      <dgm:t>
        <a:bodyPr/>
        <a:lstStyle/>
        <a:p>
          <a:r>
            <a:rPr lang="vi-VN" b="1"/>
            <a:t>Thiếu trải nghiệm</a:t>
          </a:r>
          <a:endParaRPr lang="en-US" b="1"/>
        </a:p>
        <a:p>
          <a:r>
            <a:rPr lang="vi-VN" b="1"/>
            <a:t>trực quan </a:t>
          </a:r>
          <a:endParaRPr lang="en-US" b="1"/>
        </a:p>
      </dgm:t>
    </dgm:pt>
    <dgm:pt modelId="{1ADD8AB2-0EBD-4E96-9790-8E55B5B4717D}" type="parTrans" cxnId="{64FD673D-ABE6-4407-8E60-EA27606AD048}">
      <dgm:prSet/>
      <dgm:spPr/>
      <dgm:t>
        <a:bodyPr/>
        <a:lstStyle/>
        <a:p>
          <a:endParaRPr lang="en-US"/>
        </a:p>
      </dgm:t>
    </dgm:pt>
    <dgm:pt modelId="{45174403-3182-4408-B314-0CA3745EFC39}" type="sibTrans" cxnId="{64FD673D-ABE6-4407-8E60-EA27606AD048}">
      <dgm:prSet/>
      <dgm:spPr/>
      <dgm:t>
        <a:bodyPr/>
        <a:lstStyle/>
        <a:p>
          <a:endParaRPr lang="en-US"/>
        </a:p>
      </dgm:t>
    </dgm:pt>
    <dgm:pt modelId="{33DAC9C0-CC66-4972-BFB9-47F5F85E4A71}">
      <dgm:prSet/>
      <dgm:spPr/>
      <dgm:t>
        <a:bodyPr/>
        <a:lstStyle/>
        <a:p>
          <a:pPr marL="0" indent="0" algn="just">
            <a:buFontTx/>
            <a:buNone/>
          </a:pPr>
          <a:r>
            <a:rPr lang="vi-VN"/>
            <a:t>Người dùng mới khó hình dung môi trường học tập nếu chỉ xem văn bản</a:t>
          </a:r>
          <a:r>
            <a:rPr lang="en-US"/>
            <a:t>,</a:t>
          </a:r>
          <a:r>
            <a:rPr lang="vi-VN"/>
            <a:t> hình ảnh tĩnh.</a:t>
          </a:r>
          <a:endParaRPr lang="en-US"/>
        </a:p>
      </dgm:t>
    </dgm:pt>
    <dgm:pt modelId="{FC918F5B-4EAE-48FE-B38C-0B9FDCCCA162}" type="parTrans" cxnId="{198EE340-F304-45B3-9E39-DBC2A9B43C65}">
      <dgm:prSet/>
      <dgm:spPr/>
      <dgm:t>
        <a:bodyPr/>
        <a:lstStyle/>
        <a:p>
          <a:endParaRPr lang="en-US"/>
        </a:p>
      </dgm:t>
    </dgm:pt>
    <dgm:pt modelId="{B1370D79-20DC-4B46-A58A-41F4C75027C7}" type="sibTrans" cxnId="{198EE340-F304-45B3-9E39-DBC2A9B43C65}">
      <dgm:prSet/>
      <dgm:spPr/>
      <dgm:t>
        <a:bodyPr/>
        <a:lstStyle/>
        <a:p>
          <a:endParaRPr lang="en-US"/>
        </a:p>
      </dgm:t>
    </dgm:pt>
    <dgm:pt modelId="{D574FD90-5EA6-4C85-8D13-107C2E562334}">
      <dgm:prSet/>
      <dgm:spPr/>
      <dgm:t>
        <a:bodyPr/>
        <a:lstStyle/>
        <a:p>
          <a:r>
            <a:rPr lang="vi-VN" b="1"/>
            <a:t>Thiếu tương tác tức thời</a:t>
          </a:r>
          <a:endParaRPr lang="en-US" b="1"/>
        </a:p>
      </dgm:t>
    </dgm:pt>
    <dgm:pt modelId="{7F5354BD-EA43-4E9C-A63C-3F2121E6CD53}" type="parTrans" cxnId="{202D6005-43FF-4BEC-A119-426E6B5E4C70}">
      <dgm:prSet/>
      <dgm:spPr/>
      <dgm:t>
        <a:bodyPr/>
        <a:lstStyle/>
        <a:p>
          <a:endParaRPr lang="en-US"/>
        </a:p>
      </dgm:t>
    </dgm:pt>
    <dgm:pt modelId="{A4F29659-10B9-46AB-A894-971AB8100FA1}" type="sibTrans" cxnId="{202D6005-43FF-4BEC-A119-426E6B5E4C70}">
      <dgm:prSet/>
      <dgm:spPr/>
      <dgm:t>
        <a:bodyPr/>
        <a:lstStyle/>
        <a:p>
          <a:endParaRPr lang="en-US"/>
        </a:p>
      </dgm:t>
    </dgm:pt>
    <dgm:pt modelId="{6757E0DF-E7CF-4508-8E40-A9305FBF39A4}">
      <dgm:prSet/>
      <dgm:spPr/>
      <dgm:t>
        <a:bodyPr/>
        <a:lstStyle/>
        <a:p>
          <a:pPr marL="0" indent="0" algn="just">
            <a:buFontTx/>
            <a:buNone/>
          </a:pPr>
          <a:r>
            <a:rPr lang="vi-VN"/>
            <a:t>Chưa có một kênh hỗ trợ để người dùng vừa hỏi thông tin, vừa mở media, bản đồ </a:t>
          </a:r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vi-VN"/>
            <a:t> điều hướng theo ngữ cảnh.</a:t>
          </a:r>
          <a:endParaRPr lang="en-US"/>
        </a:p>
      </dgm:t>
    </dgm:pt>
    <dgm:pt modelId="{1FC488E5-D680-43FE-8B64-BA7D46ACFF15}" type="parTrans" cxnId="{681AF1EB-CF7D-4BA5-B6C2-E902DDD6C4FC}">
      <dgm:prSet/>
      <dgm:spPr/>
      <dgm:t>
        <a:bodyPr/>
        <a:lstStyle/>
        <a:p>
          <a:endParaRPr lang="en-US"/>
        </a:p>
      </dgm:t>
    </dgm:pt>
    <dgm:pt modelId="{22F1D0F7-9BB6-4B39-98B4-53C0B7DAF98A}" type="sibTrans" cxnId="{681AF1EB-CF7D-4BA5-B6C2-E902DDD6C4FC}">
      <dgm:prSet/>
      <dgm:spPr/>
      <dgm:t>
        <a:bodyPr/>
        <a:lstStyle/>
        <a:p>
          <a:endParaRPr lang="en-US"/>
        </a:p>
      </dgm:t>
    </dgm:pt>
    <dgm:pt modelId="{FBDB63A6-4E31-4C10-8AC2-436452D08CC3}" type="pres">
      <dgm:prSet presAssocID="{B8048111-7A39-436E-B757-18A4248D7EC7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EB91026-2DB3-489C-B1C4-3C60B25003BA}" type="pres">
      <dgm:prSet presAssocID="{6CEA9582-FC26-4359-A3F6-E85DB285C3F6}" presName="root" presStyleCnt="0"/>
      <dgm:spPr/>
    </dgm:pt>
    <dgm:pt modelId="{A3EC3536-4324-4FA0-8B52-A43146107B46}" type="pres">
      <dgm:prSet presAssocID="{6CEA9582-FC26-4359-A3F6-E85DB285C3F6}" presName="rootComposite" presStyleCnt="0"/>
      <dgm:spPr/>
    </dgm:pt>
    <dgm:pt modelId="{6B720216-1EA9-4140-8265-170A7DEB20F1}" type="pres">
      <dgm:prSet presAssocID="{6CEA9582-FC26-4359-A3F6-E85DB285C3F6}" presName="rootText" presStyleLbl="node1" presStyleIdx="0" presStyleCnt="3"/>
      <dgm:spPr/>
    </dgm:pt>
    <dgm:pt modelId="{5CF60AF5-13C9-4586-86DA-4FB965682FDB}" type="pres">
      <dgm:prSet presAssocID="{6CEA9582-FC26-4359-A3F6-E85DB285C3F6}" presName="rootConnector" presStyleLbl="node1" presStyleIdx="0" presStyleCnt="3"/>
      <dgm:spPr/>
    </dgm:pt>
    <dgm:pt modelId="{CA9E084F-912F-40C7-A1B1-D2F2BACDAFDB}" type="pres">
      <dgm:prSet presAssocID="{6CEA9582-FC26-4359-A3F6-E85DB285C3F6}" presName="childShape" presStyleCnt="0"/>
      <dgm:spPr/>
    </dgm:pt>
    <dgm:pt modelId="{A8282BE4-2B11-431D-96CB-56E60151662F}" type="pres">
      <dgm:prSet presAssocID="{18CF8803-6C35-40AB-ABF3-374011BCB7B3}" presName="Name13" presStyleLbl="parChTrans1D2" presStyleIdx="0" presStyleCnt="3"/>
      <dgm:spPr/>
    </dgm:pt>
    <dgm:pt modelId="{F72E24FF-8A4C-42EA-8364-60D1AA0A3A18}" type="pres">
      <dgm:prSet presAssocID="{2FF62730-BF42-4B19-A116-9BF7A0DDF623}" presName="childText" presStyleLbl="bgAcc1" presStyleIdx="0" presStyleCnt="3">
        <dgm:presLayoutVars>
          <dgm:bulletEnabled val="1"/>
        </dgm:presLayoutVars>
      </dgm:prSet>
      <dgm:spPr/>
    </dgm:pt>
    <dgm:pt modelId="{A135204E-0102-4455-89D8-D8FBFCC5EE56}" type="pres">
      <dgm:prSet presAssocID="{BAE29EA1-5163-4EF1-B2F6-311B7B3B32AC}" presName="root" presStyleCnt="0"/>
      <dgm:spPr/>
    </dgm:pt>
    <dgm:pt modelId="{EFD9D827-3B99-4EB5-9035-57CBC067296E}" type="pres">
      <dgm:prSet presAssocID="{BAE29EA1-5163-4EF1-B2F6-311B7B3B32AC}" presName="rootComposite" presStyleCnt="0"/>
      <dgm:spPr/>
    </dgm:pt>
    <dgm:pt modelId="{7385F3FD-8FE4-433A-B253-F3260912D547}" type="pres">
      <dgm:prSet presAssocID="{BAE29EA1-5163-4EF1-B2F6-311B7B3B32AC}" presName="rootText" presStyleLbl="node1" presStyleIdx="1" presStyleCnt="3" custScaleX="110544"/>
      <dgm:spPr/>
    </dgm:pt>
    <dgm:pt modelId="{FE0AA5DF-0EBE-4802-B6B5-1F77096D9E27}" type="pres">
      <dgm:prSet presAssocID="{BAE29EA1-5163-4EF1-B2F6-311B7B3B32AC}" presName="rootConnector" presStyleLbl="node1" presStyleIdx="1" presStyleCnt="3"/>
      <dgm:spPr/>
    </dgm:pt>
    <dgm:pt modelId="{82502D28-04BB-4A20-BE52-37946A80940A}" type="pres">
      <dgm:prSet presAssocID="{BAE29EA1-5163-4EF1-B2F6-311B7B3B32AC}" presName="childShape" presStyleCnt="0"/>
      <dgm:spPr/>
    </dgm:pt>
    <dgm:pt modelId="{C8F4156F-380D-4E28-A93B-4EB65FAC3B78}" type="pres">
      <dgm:prSet presAssocID="{FC918F5B-4EAE-48FE-B38C-0B9FDCCCA162}" presName="Name13" presStyleLbl="parChTrans1D2" presStyleIdx="1" presStyleCnt="3"/>
      <dgm:spPr/>
    </dgm:pt>
    <dgm:pt modelId="{5912B273-6C4E-4C7B-90E2-5CC906318D6C}" type="pres">
      <dgm:prSet presAssocID="{33DAC9C0-CC66-4972-BFB9-47F5F85E4A71}" presName="childText" presStyleLbl="bgAcc1" presStyleIdx="1" presStyleCnt="3">
        <dgm:presLayoutVars>
          <dgm:bulletEnabled val="1"/>
        </dgm:presLayoutVars>
      </dgm:prSet>
      <dgm:spPr/>
    </dgm:pt>
    <dgm:pt modelId="{D656DFE4-BA71-4150-BAF3-D878E60F89F7}" type="pres">
      <dgm:prSet presAssocID="{D574FD90-5EA6-4C85-8D13-107C2E562334}" presName="root" presStyleCnt="0"/>
      <dgm:spPr/>
    </dgm:pt>
    <dgm:pt modelId="{FBAC779B-D7B0-4F81-8E03-59B5773D8DE2}" type="pres">
      <dgm:prSet presAssocID="{D574FD90-5EA6-4C85-8D13-107C2E562334}" presName="rootComposite" presStyleCnt="0"/>
      <dgm:spPr/>
    </dgm:pt>
    <dgm:pt modelId="{7B45ABAA-AED4-479B-92EA-47E6151E6EA2}" type="pres">
      <dgm:prSet presAssocID="{D574FD90-5EA6-4C85-8D13-107C2E562334}" presName="rootText" presStyleLbl="node1" presStyleIdx="2" presStyleCnt="3" custScaleX="106713"/>
      <dgm:spPr/>
    </dgm:pt>
    <dgm:pt modelId="{8B5E1746-C19E-479D-A4F5-E8730B62E3A5}" type="pres">
      <dgm:prSet presAssocID="{D574FD90-5EA6-4C85-8D13-107C2E562334}" presName="rootConnector" presStyleLbl="node1" presStyleIdx="2" presStyleCnt="3"/>
      <dgm:spPr/>
    </dgm:pt>
    <dgm:pt modelId="{F5228FD5-8942-4686-B45B-3E47B47DEFDA}" type="pres">
      <dgm:prSet presAssocID="{D574FD90-5EA6-4C85-8D13-107C2E562334}" presName="childShape" presStyleCnt="0"/>
      <dgm:spPr/>
    </dgm:pt>
    <dgm:pt modelId="{655D6254-441D-4A5C-9BC6-95B480CF8CF4}" type="pres">
      <dgm:prSet presAssocID="{1FC488E5-D680-43FE-8B64-BA7D46ACFF15}" presName="Name13" presStyleLbl="parChTrans1D2" presStyleIdx="2" presStyleCnt="3"/>
      <dgm:spPr/>
    </dgm:pt>
    <dgm:pt modelId="{E81D0C01-7218-462B-A8F6-C042E8F6B47C}" type="pres">
      <dgm:prSet presAssocID="{6757E0DF-E7CF-4508-8E40-A9305FBF39A4}" presName="childText" presStyleLbl="bgAcc1" presStyleIdx="2" presStyleCnt="3">
        <dgm:presLayoutVars>
          <dgm:bulletEnabled val="1"/>
        </dgm:presLayoutVars>
      </dgm:prSet>
      <dgm:spPr/>
    </dgm:pt>
  </dgm:ptLst>
  <dgm:cxnLst>
    <dgm:cxn modelId="{202D6005-43FF-4BEC-A119-426E6B5E4C70}" srcId="{B8048111-7A39-436E-B757-18A4248D7EC7}" destId="{D574FD90-5EA6-4C85-8D13-107C2E562334}" srcOrd="2" destOrd="0" parTransId="{7F5354BD-EA43-4E9C-A63C-3F2121E6CD53}" sibTransId="{A4F29659-10B9-46AB-A894-971AB8100FA1}"/>
    <dgm:cxn modelId="{89915F12-410E-4564-AFE1-17FF2AD76707}" srcId="{6CEA9582-FC26-4359-A3F6-E85DB285C3F6}" destId="{2FF62730-BF42-4B19-A116-9BF7A0DDF623}" srcOrd="0" destOrd="0" parTransId="{18CF8803-6C35-40AB-ABF3-374011BCB7B3}" sibTransId="{CF7D11ED-B370-4AB3-A359-5ECF55553318}"/>
    <dgm:cxn modelId="{239DC113-3EDA-4B48-A2B9-2A79D3663B8F}" type="presOf" srcId="{1FC488E5-D680-43FE-8B64-BA7D46ACFF15}" destId="{655D6254-441D-4A5C-9BC6-95B480CF8CF4}" srcOrd="0" destOrd="0" presId="urn:microsoft.com/office/officeart/2005/8/layout/hierarchy3"/>
    <dgm:cxn modelId="{1D34C31E-4E4F-42CB-BB7E-45F10E8BA28C}" type="presOf" srcId="{BAE29EA1-5163-4EF1-B2F6-311B7B3B32AC}" destId="{7385F3FD-8FE4-433A-B253-F3260912D547}" srcOrd="0" destOrd="0" presId="urn:microsoft.com/office/officeart/2005/8/layout/hierarchy3"/>
    <dgm:cxn modelId="{64FD673D-ABE6-4407-8E60-EA27606AD048}" srcId="{B8048111-7A39-436E-B757-18A4248D7EC7}" destId="{BAE29EA1-5163-4EF1-B2F6-311B7B3B32AC}" srcOrd="1" destOrd="0" parTransId="{1ADD8AB2-0EBD-4E96-9790-8E55B5B4717D}" sibTransId="{45174403-3182-4408-B314-0CA3745EFC39}"/>
    <dgm:cxn modelId="{198EE340-F304-45B3-9E39-DBC2A9B43C65}" srcId="{BAE29EA1-5163-4EF1-B2F6-311B7B3B32AC}" destId="{33DAC9C0-CC66-4972-BFB9-47F5F85E4A71}" srcOrd="0" destOrd="0" parTransId="{FC918F5B-4EAE-48FE-B38C-0B9FDCCCA162}" sibTransId="{B1370D79-20DC-4B46-A58A-41F4C75027C7}"/>
    <dgm:cxn modelId="{D60BB367-42EE-4354-AF01-750338D1F872}" type="presOf" srcId="{BAE29EA1-5163-4EF1-B2F6-311B7B3B32AC}" destId="{FE0AA5DF-0EBE-4802-B6B5-1F77096D9E27}" srcOrd="1" destOrd="0" presId="urn:microsoft.com/office/officeart/2005/8/layout/hierarchy3"/>
    <dgm:cxn modelId="{CE61C26A-8737-487A-B922-B3C1B6192B9F}" type="presOf" srcId="{B8048111-7A39-436E-B757-18A4248D7EC7}" destId="{FBDB63A6-4E31-4C10-8AC2-436452D08CC3}" srcOrd="0" destOrd="0" presId="urn:microsoft.com/office/officeart/2005/8/layout/hierarchy3"/>
    <dgm:cxn modelId="{D254F179-535E-4CED-A910-04725FB3A8C9}" type="presOf" srcId="{18CF8803-6C35-40AB-ABF3-374011BCB7B3}" destId="{A8282BE4-2B11-431D-96CB-56E60151662F}" srcOrd="0" destOrd="0" presId="urn:microsoft.com/office/officeart/2005/8/layout/hierarchy3"/>
    <dgm:cxn modelId="{7A2F0484-E39A-45CA-9BE5-6087EA43541D}" type="presOf" srcId="{D574FD90-5EA6-4C85-8D13-107C2E562334}" destId="{8B5E1746-C19E-479D-A4F5-E8730B62E3A5}" srcOrd="1" destOrd="0" presId="urn:microsoft.com/office/officeart/2005/8/layout/hierarchy3"/>
    <dgm:cxn modelId="{E7D0E284-A00C-49D3-91E8-FC82862E97EA}" type="presOf" srcId="{33DAC9C0-CC66-4972-BFB9-47F5F85E4A71}" destId="{5912B273-6C4E-4C7B-90E2-5CC906318D6C}" srcOrd="0" destOrd="0" presId="urn:microsoft.com/office/officeart/2005/8/layout/hierarchy3"/>
    <dgm:cxn modelId="{10AF51A0-EA15-4F38-8060-ABEFA50E0D88}" srcId="{B8048111-7A39-436E-B757-18A4248D7EC7}" destId="{6CEA9582-FC26-4359-A3F6-E85DB285C3F6}" srcOrd="0" destOrd="0" parTransId="{3F411BF0-5136-4FED-828A-5E86D1ACAA4F}" sibTransId="{896AF975-F3D0-48F8-923E-B1A4659F84D3}"/>
    <dgm:cxn modelId="{92B564C1-F0DB-4B81-A492-E04E7E7A2B42}" type="presOf" srcId="{2FF62730-BF42-4B19-A116-9BF7A0DDF623}" destId="{F72E24FF-8A4C-42EA-8364-60D1AA0A3A18}" srcOrd="0" destOrd="0" presId="urn:microsoft.com/office/officeart/2005/8/layout/hierarchy3"/>
    <dgm:cxn modelId="{82A595D0-B2A7-4489-9CB6-15C9707EF633}" type="presOf" srcId="{6CEA9582-FC26-4359-A3F6-E85DB285C3F6}" destId="{5CF60AF5-13C9-4586-86DA-4FB965682FDB}" srcOrd="1" destOrd="0" presId="urn:microsoft.com/office/officeart/2005/8/layout/hierarchy3"/>
    <dgm:cxn modelId="{549677D6-CE3E-46B1-B9A4-58199A06B6FD}" type="presOf" srcId="{FC918F5B-4EAE-48FE-B38C-0B9FDCCCA162}" destId="{C8F4156F-380D-4E28-A93B-4EB65FAC3B78}" srcOrd="0" destOrd="0" presId="urn:microsoft.com/office/officeart/2005/8/layout/hierarchy3"/>
    <dgm:cxn modelId="{132C5FDF-CD0E-473D-9C69-B3083299E60C}" type="presOf" srcId="{D574FD90-5EA6-4C85-8D13-107C2E562334}" destId="{7B45ABAA-AED4-479B-92EA-47E6151E6EA2}" srcOrd="0" destOrd="0" presId="urn:microsoft.com/office/officeart/2005/8/layout/hierarchy3"/>
    <dgm:cxn modelId="{681AF1EB-CF7D-4BA5-B6C2-E902DDD6C4FC}" srcId="{D574FD90-5EA6-4C85-8D13-107C2E562334}" destId="{6757E0DF-E7CF-4508-8E40-A9305FBF39A4}" srcOrd="0" destOrd="0" parTransId="{1FC488E5-D680-43FE-8B64-BA7D46ACFF15}" sibTransId="{22F1D0F7-9BB6-4B39-98B4-53C0B7DAF98A}"/>
    <dgm:cxn modelId="{CD3094EE-3304-4F53-B23C-38FAFC9258CF}" type="presOf" srcId="{6CEA9582-FC26-4359-A3F6-E85DB285C3F6}" destId="{6B720216-1EA9-4140-8265-170A7DEB20F1}" srcOrd="0" destOrd="0" presId="urn:microsoft.com/office/officeart/2005/8/layout/hierarchy3"/>
    <dgm:cxn modelId="{4C7E7CF3-1A0F-4DA3-9D3D-6803190EEA75}" type="presOf" srcId="{6757E0DF-E7CF-4508-8E40-A9305FBF39A4}" destId="{E81D0C01-7218-462B-A8F6-C042E8F6B47C}" srcOrd="0" destOrd="0" presId="urn:microsoft.com/office/officeart/2005/8/layout/hierarchy3"/>
    <dgm:cxn modelId="{D7EA688E-08A4-4927-912B-BEEAD3CE0C13}" type="presParOf" srcId="{FBDB63A6-4E31-4C10-8AC2-436452D08CC3}" destId="{9EB91026-2DB3-489C-B1C4-3C60B25003BA}" srcOrd="0" destOrd="0" presId="urn:microsoft.com/office/officeart/2005/8/layout/hierarchy3"/>
    <dgm:cxn modelId="{990CBBB1-16B9-4697-9438-55AC715375E5}" type="presParOf" srcId="{9EB91026-2DB3-489C-B1C4-3C60B25003BA}" destId="{A3EC3536-4324-4FA0-8B52-A43146107B46}" srcOrd="0" destOrd="0" presId="urn:microsoft.com/office/officeart/2005/8/layout/hierarchy3"/>
    <dgm:cxn modelId="{8006E917-9B4D-4917-999F-AE91543AB55C}" type="presParOf" srcId="{A3EC3536-4324-4FA0-8B52-A43146107B46}" destId="{6B720216-1EA9-4140-8265-170A7DEB20F1}" srcOrd="0" destOrd="0" presId="urn:microsoft.com/office/officeart/2005/8/layout/hierarchy3"/>
    <dgm:cxn modelId="{700CFFC5-67B1-4CE1-88D7-7BE52D2F1669}" type="presParOf" srcId="{A3EC3536-4324-4FA0-8B52-A43146107B46}" destId="{5CF60AF5-13C9-4586-86DA-4FB965682FDB}" srcOrd="1" destOrd="0" presId="urn:microsoft.com/office/officeart/2005/8/layout/hierarchy3"/>
    <dgm:cxn modelId="{37203CB1-2FDC-4A14-9D72-33F23209CAE5}" type="presParOf" srcId="{9EB91026-2DB3-489C-B1C4-3C60B25003BA}" destId="{CA9E084F-912F-40C7-A1B1-D2F2BACDAFDB}" srcOrd="1" destOrd="0" presId="urn:microsoft.com/office/officeart/2005/8/layout/hierarchy3"/>
    <dgm:cxn modelId="{6E5F4B1C-F1B0-4BB6-96DE-5B83213EC7AC}" type="presParOf" srcId="{CA9E084F-912F-40C7-A1B1-D2F2BACDAFDB}" destId="{A8282BE4-2B11-431D-96CB-56E60151662F}" srcOrd="0" destOrd="0" presId="urn:microsoft.com/office/officeart/2005/8/layout/hierarchy3"/>
    <dgm:cxn modelId="{DD11C8AA-7AC7-4A85-9B96-332DC11CD459}" type="presParOf" srcId="{CA9E084F-912F-40C7-A1B1-D2F2BACDAFDB}" destId="{F72E24FF-8A4C-42EA-8364-60D1AA0A3A18}" srcOrd="1" destOrd="0" presId="urn:microsoft.com/office/officeart/2005/8/layout/hierarchy3"/>
    <dgm:cxn modelId="{B05268D6-6A07-4290-A5EC-CBE7DEA2A81E}" type="presParOf" srcId="{FBDB63A6-4E31-4C10-8AC2-436452D08CC3}" destId="{A135204E-0102-4455-89D8-D8FBFCC5EE56}" srcOrd="1" destOrd="0" presId="urn:microsoft.com/office/officeart/2005/8/layout/hierarchy3"/>
    <dgm:cxn modelId="{35EF7855-4DB4-491D-8FFB-DB7CBE14F538}" type="presParOf" srcId="{A135204E-0102-4455-89D8-D8FBFCC5EE56}" destId="{EFD9D827-3B99-4EB5-9035-57CBC067296E}" srcOrd="0" destOrd="0" presId="urn:microsoft.com/office/officeart/2005/8/layout/hierarchy3"/>
    <dgm:cxn modelId="{5A98D7DF-BF7C-4F68-B8B2-9CCF0701195B}" type="presParOf" srcId="{EFD9D827-3B99-4EB5-9035-57CBC067296E}" destId="{7385F3FD-8FE4-433A-B253-F3260912D547}" srcOrd="0" destOrd="0" presId="urn:microsoft.com/office/officeart/2005/8/layout/hierarchy3"/>
    <dgm:cxn modelId="{84C8A777-3C59-471D-9201-2E0B4DC3D8DD}" type="presParOf" srcId="{EFD9D827-3B99-4EB5-9035-57CBC067296E}" destId="{FE0AA5DF-0EBE-4802-B6B5-1F77096D9E27}" srcOrd="1" destOrd="0" presId="urn:microsoft.com/office/officeart/2005/8/layout/hierarchy3"/>
    <dgm:cxn modelId="{DEEBEDCD-0AE8-4771-9CA7-0E3B1B717BCC}" type="presParOf" srcId="{A135204E-0102-4455-89D8-D8FBFCC5EE56}" destId="{82502D28-04BB-4A20-BE52-37946A80940A}" srcOrd="1" destOrd="0" presId="urn:microsoft.com/office/officeart/2005/8/layout/hierarchy3"/>
    <dgm:cxn modelId="{37D80F5B-D768-4907-A811-FA3393F8A358}" type="presParOf" srcId="{82502D28-04BB-4A20-BE52-37946A80940A}" destId="{C8F4156F-380D-4E28-A93B-4EB65FAC3B78}" srcOrd="0" destOrd="0" presId="urn:microsoft.com/office/officeart/2005/8/layout/hierarchy3"/>
    <dgm:cxn modelId="{017C6C66-2227-49ED-8577-7748393378BC}" type="presParOf" srcId="{82502D28-04BB-4A20-BE52-37946A80940A}" destId="{5912B273-6C4E-4C7B-90E2-5CC906318D6C}" srcOrd="1" destOrd="0" presId="urn:microsoft.com/office/officeart/2005/8/layout/hierarchy3"/>
    <dgm:cxn modelId="{17D43CA6-C70F-40AA-BAD3-21407B995C6C}" type="presParOf" srcId="{FBDB63A6-4E31-4C10-8AC2-436452D08CC3}" destId="{D656DFE4-BA71-4150-BAF3-D878E60F89F7}" srcOrd="2" destOrd="0" presId="urn:microsoft.com/office/officeart/2005/8/layout/hierarchy3"/>
    <dgm:cxn modelId="{876DA4EA-45A0-4906-B7BE-ED0CF4067C3A}" type="presParOf" srcId="{D656DFE4-BA71-4150-BAF3-D878E60F89F7}" destId="{FBAC779B-D7B0-4F81-8E03-59B5773D8DE2}" srcOrd="0" destOrd="0" presId="urn:microsoft.com/office/officeart/2005/8/layout/hierarchy3"/>
    <dgm:cxn modelId="{723FA690-0CA1-47A8-846D-6A745F840ADB}" type="presParOf" srcId="{FBAC779B-D7B0-4F81-8E03-59B5773D8DE2}" destId="{7B45ABAA-AED4-479B-92EA-47E6151E6EA2}" srcOrd="0" destOrd="0" presId="urn:microsoft.com/office/officeart/2005/8/layout/hierarchy3"/>
    <dgm:cxn modelId="{41E4BD2E-0F9D-4391-A619-B241C3C47BEA}" type="presParOf" srcId="{FBAC779B-D7B0-4F81-8E03-59B5773D8DE2}" destId="{8B5E1746-C19E-479D-A4F5-E8730B62E3A5}" srcOrd="1" destOrd="0" presId="urn:microsoft.com/office/officeart/2005/8/layout/hierarchy3"/>
    <dgm:cxn modelId="{2B7B6224-2FB0-40FC-8439-561897D71494}" type="presParOf" srcId="{D656DFE4-BA71-4150-BAF3-D878E60F89F7}" destId="{F5228FD5-8942-4686-B45B-3E47B47DEFDA}" srcOrd="1" destOrd="0" presId="urn:microsoft.com/office/officeart/2005/8/layout/hierarchy3"/>
    <dgm:cxn modelId="{E2096AE7-0AB0-4B13-AFF6-CCDBCDAE58B5}" type="presParOf" srcId="{F5228FD5-8942-4686-B45B-3E47B47DEFDA}" destId="{655D6254-441D-4A5C-9BC6-95B480CF8CF4}" srcOrd="0" destOrd="0" presId="urn:microsoft.com/office/officeart/2005/8/layout/hierarchy3"/>
    <dgm:cxn modelId="{241D6274-9A88-4DF3-B8F8-A650F46196B7}" type="presParOf" srcId="{F5228FD5-8942-4686-B45B-3E47B47DEFDA}" destId="{E81D0C01-7218-462B-A8F6-C042E8F6B47C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AACBBB-5A9E-4681-A416-5FBC78AFDA40}" type="doc">
      <dgm:prSet loTypeId="urn:microsoft.com/office/officeart/2005/8/layout/vList2" loCatId="list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US"/>
        </a:p>
      </dgm:t>
    </dgm:pt>
    <dgm:pt modelId="{DBC2AD92-7FCE-40FB-BBDB-077DA3F54518}">
      <dgm:prSet custT="1"/>
      <dgm:spPr/>
      <dgm:t>
        <a:bodyPr/>
        <a:lstStyle/>
        <a:p>
          <a:r>
            <a:rPr lang="vi-VN" sz="2400"/>
            <a:t>Từ thực tế đó, đề tài hướng đến</a:t>
          </a:r>
          <a:r>
            <a:rPr lang="en-US" sz="2400"/>
            <a:t> </a:t>
          </a:r>
          <a:r>
            <a:rPr lang="en-US" sz="2400">
              <a:latin typeface="Arial" panose="020B0604020202020204" pitchFamily="34" charset="0"/>
              <a:cs typeface="Arial" panose="020B0604020202020204" pitchFamily="34" charset="0"/>
            </a:rPr>
            <a:t>xây dựng</a:t>
          </a:r>
          <a:r>
            <a:rPr lang="vi-VN" sz="24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/>
            <a:t>giải pháp giúp người dùng tìm hiểu Đại học Trà Vinh theo cách trực quan hơn, có tương tác hơn và dễ tiếp cận.</a:t>
          </a:r>
          <a:endParaRPr lang="en-US" sz="2400"/>
        </a:p>
      </dgm:t>
    </dgm:pt>
    <dgm:pt modelId="{342AC18B-10B2-4026-96F0-AA712363F0BB}" type="parTrans" cxnId="{BFD77399-69BD-4815-8905-ACF237402E8C}">
      <dgm:prSet/>
      <dgm:spPr/>
      <dgm:t>
        <a:bodyPr/>
        <a:lstStyle/>
        <a:p>
          <a:endParaRPr lang="en-US"/>
        </a:p>
      </dgm:t>
    </dgm:pt>
    <dgm:pt modelId="{65900F51-102A-4227-80C7-E263CFD2E45B}" type="sibTrans" cxnId="{BFD77399-69BD-4815-8905-ACF237402E8C}">
      <dgm:prSet/>
      <dgm:spPr/>
      <dgm:t>
        <a:bodyPr/>
        <a:lstStyle/>
        <a:p>
          <a:endParaRPr lang="en-US"/>
        </a:p>
      </dgm:t>
    </dgm:pt>
    <dgm:pt modelId="{4E771D68-4FF6-4272-9050-F5672AF2B8ED}" type="pres">
      <dgm:prSet presAssocID="{79AACBBB-5A9E-4681-A416-5FBC78AFDA40}" presName="linear" presStyleCnt="0">
        <dgm:presLayoutVars>
          <dgm:animLvl val="lvl"/>
          <dgm:resizeHandles val="exact"/>
        </dgm:presLayoutVars>
      </dgm:prSet>
      <dgm:spPr/>
    </dgm:pt>
    <dgm:pt modelId="{6C77796F-E6A3-45E2-A27C-54913AD34F98}" type="pres">
      <dgm:prSet presAssocID="{DBC2AD92-7FCE-40FB-BBDB-077DA3F54518}" presName="parentText" presStyleLbl="node1" presStyleIdx="0" presStyleCnt="1" custLinFactNeighborY="21264">
        <dgm:presLayoutVars>
          <dgm:chMax val="0"/>
          <dgm:bulletEnabled val="1"/>
        </dgm:presLayoutVars>
      </dgm:prSet>
      <dgm:spPr/>
    </dgm:pt>
  </dgm:ptLst>
  <dgm:cxnLst>
    <dgm:cxn modelId="{38D29421-883B-4ADF-B781-1FDA9BEF177F}" type="presOf" srcId="{DBC2AD92-7FCE-40FB-BBDB-077DA3F54518}" destId="{6C77796F-E6A3-45E2-A27C-54913AD34F98}" srcOrd="0" destOrd="0" presId="urn:microsoft.com/office/officeart/2005/8/layout/vList2"/>
    <dgm:cxn modelId="{C3DCBF91-3378-44DB-B4FE-AF8616B786BA}" type="presOf" srcId="{79AACBBB-5A9E-4681-A416-5FBC78AFDA40}" destId="{4E771D68-4FF6-4272-9050-F5672AF2B8ED}" srcOrd="0" destOrd="0" presId="urn:microsoft.com/office/officeart/2005/8/layout/vList2"/>
    <dgm:cxn modelId="{BFD77399-69BD-4815-8905-ACF237402E8C}" srcId="{79AACBBB-5A9E-4681-A416-5FBC78AFDA40}" destId="{DBC2AD92-7FCE-40FB-BBDB-077DA3F54518}" srcOrd="0" destOrd="0" parTransId="{342AC18B-10B2-4026-96F0-AA712363F0BB}" sibTransId="{65900F51-102A-4227-80C7-E263CFD2E45B}"/>
    <dgm:cxn modelId="{6E6E1F8F-21A2-42FA-B107-DAC33EF3CCC2}" type="presParOf" srcId="{4E771D68-4FF6-4272-9050-F5672AF2B8ED}" destId="{6C77796F-E6A3-45E2-A27C-54913AD34F9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471CF4F-A1B9-4F06-9CA7-E75BB016119F}" type="doc">
      <dgm:prSet loTypeId="urn:microsoft.com/office/officeart/2005/8/layout/vList2" loCatId="list" qsTypeId="urn:microsoft.com/office/officeart/2005/8/quickstyle/simple2" qsCatId="simple" csTypeId="urn:microsoft.com/office/officeart/2005/8/colors/accent5_1" csCatId="accent5" phldr="1"/>
      <dgm:spPr/>
      <dgm:t>
        <a:bodyPr/>
        <a:lstStyle/>
        <a:p>
          <a:endParaRPr lang="en-US"/>
        </a:p>
      </dgm:t>
    </dgm:pt>
    <dgm:pt modelId="{2D07252D-E756-4622-A5F8-0B3A786CB7F7}">
      <dgm:prSet/>
      <dgm:spPr/>
      <dgm:t>
        <a:bodyPr/>
        <a:lstStyle/>
        <a:p>
          <a:r>
            <a:rPr lang="vi-VN"/>
            <a:t>Xây dựng hệ thống tham quan ảo giúp người dùng tìm hiểu Đại học Trà Vinh một cách trực quan,</a:t>
          </a:r>
          <a:r>
            <a:rPr lang="en-US"/>
            <a:t> </a:t>
          </a:r>
          <a:r>
            <a:rPr lang="vi-VN"/>
            <a:t>có tương tác và dễ cập nhật nội dung.</a:t>
          </a:r>
          <a:endParaRPr lang="en-US"/>
        </a:p>
      </dgm:t>
    </dgm:pt>
    <dgm:pt modelId="{18D57131-5219-4321-84AA-93FC5912F1D6}" type="parTrans" cxnId="{C8C785E1-ABB7-433C-BEB5-F298984119F4}">
      <dgm:prSet/>
      <dgm:spPr/>
      <dgm:t>
        <a:bodyPr/>
        <a:lstStyle/>
        <a:p>
          <a:endParaRPr lang="en-US"/>
        </a:p>
      </dgm:t>
    </dgm:pt>
    <dgm:pt modelId="{26E23C2F-21DC-469C-A4E1-7A3C057BB3B8}" type="sibTrans" cxnId="{C8C785E1-ABB7-433C-BEB5-F298984119F4}">
      <dgm:prSet/>
      <dgm:spPr/>
      <dgm:t>
        <a:bodyPr/>
        <a:lstStyle/>
        <a:p>
          <a:endParaRPr lang="en-US"/>
        </a:p>
      </dgm:t>
    </dgm:pt>
    <dgm:pt modelId="{C7FB81E4-EE49-4291-95EB-8F3D39130EB4}" type="pres">
      <dgm:prSet presAssocID="{F471CF4F-A1B9-4F06-9CA7-E75BB016119F}" presName="linear" presStyleCnt="0">
        <dgm:presLayoutVars>
          <dgm:animLvl val="lvl"/>
          <dgm:resizeHandles val="exact"/>
        </dgm:presLayoutVars>
      </dgm:prSet>
      <dgm:spPr/>
    </dgm:pt>
    <dgm:pt modelId="{EB921784-2646-4716-A532-E9DD8468DBAA}" type="pres">
      <dgm:prSet presAssocID="{2D07252D-E756-4622-A5F8-0B3A786CB7F7}" presName="parentText" presStyleLbl="node1" presStyleIdx="0" presStyleCnt="1" custScaleY="104307" custLinFactNeighborY="-18513">
        <dgm:presLayoutVars>
          <dgm:chMax val="0"/>
          <dgm:bulletEnabled val="1"/>
        </dgm:presLayoutVars>
      </dgm:prSet>
      <dgm:spPr/>
    </dgm:pt>
  </dgm:ptLst>
  <dgm:cxnLst>
    <dgm:cxn modelId="{CD2A6A34-3855-41C9-A4C4-3637BEECDBFF}" type="presOf" srcId="{2D07252D-E756-4622-A5F8-0B3A786CB7F7}" destId="{EB921784-2646-4716-A532-E9DD8468DBAA}" srcOrd="0" destOrd="0" presId="urn:microsoft.com/office/officeart/2005/8/layout/vList2"/>
    <dgm:cxn modelId="{C8C785E1-ABB7-433C-BEB5-F298984119F4}" srcId="{F471CF4F-A1B9-4F06-9CA7-E75BB016119F}" destId="{2D07252D-E756-4622-A5F8-0B3A786CB7F7}" srcOrd="0" destOrd="0" parTransId="{18D57131-5219-4321-84AA-93FC5912F1D6}" sibTransId="{26E23C2F-21DC-469C-A4E1-7A3C057BB3B8}"/>
    <dgm:cxn modelId="{BFADE6EA-E37E-4ECF-B574-D2BE458124E8}" type="presOf" srcId="{F471CF4F-A1B9-4F06-9CA7-E75BB016119F}" destId="{C7FB81E4-EE49-4291-95EB-8F3D39130EB4}" srcOrd="0" destOrd="0" presId="urn:microsoft.com/office/officeart/2005/8/layout/vList2"/>
    <dgm:cxn modelId="{F86075CC-3C67-4796-AF3F-558174EB9665}" type="presParOf" srcId="{C7FB81E4-EE49-4291-95EB-8F3D39130EB4}" destId="{EB921784-2646-4716-A532-E9DD8468DBA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93CCD08-B2A3-4CBE-A270-1D754480A7E2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7EFD59-395E-4231-AECD-F97C39640508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400" b="1"/>
            <a:t>1. Xây dựng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2400" b="1"/>
            <a:t>giao diện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2400" b="1"/>
            <a:t>tham quan ảo </a:t>
          </a:r>
        </a:p>
      </dgm:t>
    </dgm:pt>
    <dgm:pt modelId="{44939B9C-AF14-4695-B4F4-901C71E4A5FE}" type="parTrans" cxnId="{F83DC53A-A9B3-4407-A75B-A6E840808A7E}">
      <dgm:prSet/>
      <dgm:spPr/>
      <dgm:t>
        <a:bodyPr/>
        <a:lstStyle/>
        <a:p>
          <a:endParaRPr lang="en-US"/>
        </a:p>
      </dgm:t>
    </dgm:pt>
    <dgm:pt modelId="{431E406A-1001-4E43-9F69-4239CA00840B}" type="sibTrans" cxnId="{F83DC53A-A9B3-4407-A75B-A6E840808A7E}">
      <dgm:prSet/>
      <dgm:spPr/>
      <dgm:t>
        <a:bodyPr/>
        <a:lstStyle/>
        <a:p>
          <a:endParaRPr lang="en-US"/>
        </a:p>
      </dgm:t>
    </dgm:pt>
    <dgm:pt modelId="{96F92869-3241-46BB-A52A-6A781C9EDF8C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400" b="1"/>
            <a:t>2. Xây dựng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2400" b="1"/>
            <a:t>AI Agent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2400" b="1"/>
            <a:t>hỏi đáp qua RAG</a:t>
          </a:r>
        </a:p>
      </dgm:t>
    </dgm:pt>
    <dgm:pt modelId="{37938763-55BA-42D6-B1A8-8B680D6A8C54}" type="parTrans" cxnId="{67DB5AEF-72EF-49FF-B5B8-C7DC08C622B4}">
      <dgm:prSet/>
      <dgm:spPr/>
      <dgm:t>
        <a:bodyPr/>
        <a:lstStyle/>
        <a:p>
          <a:endParaRPr lang="en-US"/>
        </a:p>
      </dgm:t>
    </dgm:pt>
    <dgm:pt modelId="{9F07CC42-40BC-4DDA-9A92-567A10B359BE}" type="sibTrans" cxnId="{67DB5AEF-72EF-49FF-B5B8-C7DC08C622B4}">
      <dgm:prSet/>
      <dgm:spPr/>
      <dgm:t>
        <a:bodyPr/>
        <a:lstStyle/>
        <a:p>
          <a:endParaRPr lang="en-US"/>
        </a:p>
      </dgm:t>
    </dgm:pt>
    <dgm:pt modelId="{C83F8EA1-9DFF-4DC1-8740-D68799DE71BC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400" b="1"/>
            <a:t>3. AI điều khiển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2400" b="1"/>
            <a:t>giao diện qua Function Calling</a:t>
          </a:r>
        </a:p>
      </dgm:t>
    </dgm:pt>
    <dgm:pt modelId="{FCA9EDFF-8A11-449C-A796-DC7F58C18F3B}" type="parTrans" cxnId="{AD5D57D2-5D28-4B35-8948-75734750D857}">
      <dgm:prSet/>
      <dgm:spPr/>
      <dgm:t>
        <a:bodyPr/>
        <a:lstStyle/>
        <a:p>
          <a:endParaRPr lang="en-US"/>
        </a:p>
      </dgm:t>
    </dgm:pt>
    <dgm:pt modelId="{D836EAFB-0A40-4D1A-ADC6-3D10AA657219}" type="sibTrans" cxnId="{AD5D57D2-5D28-4B35-8948-75734750D857}">
      <dgm:prSet/>
      <dgm:spPr/>
      <dgm:t>
        <a:bodyPr/>
        <a:lstStyle/>
        <a:p>
          <a:endParaRPr lang="en-US"/>
        </a:p>
      </dgm:t>
    </dgm:pt>
    <dgm:pt modelId="{42AB60FB-1B33-41A5-8F8A-C2DD98725555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400" b="1"/>
            <a:t>4. Xây dựng trang quản trị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2400" b="1"/>
            <a:t>nội dung</a:t>
          </a:r>
        </a:p>
      </dgm:t>
    </dgm:pt>
    <dgm:pt modelId="{969673D5-B6E1-4537-BA82-CCFB51EC81CE}" type="parTrans" cxnId="{E66C91CD-06FF-42BA-A1FF-5FDBB95C02CD}">
      <dgm:prSet/>
      <dgm:spPr/>
      <dgm:t>
        <a:bodyPr/>
        <a:lstStyle/>
        <a:p>
          <a:endParaRPr lang="en-US"/>
        </a:p>
      </dgm:t>
    </dgm:pt>
    <dgm:pt modelId="{52584988-E3D1-4FEC-AC20-418036237FFC}" type="sibTrans" cxnId="{E66C91CD-06FF-42BA-A1FF-5FDBB95C02CD}">
      <dgm:prSet/>
      <dgm:spPr/>
      <dgm:t>
        <a:bodyPr/>
        <a:lstStyle/>
        <a:p>
          <a:endParaRPr lang="en-US"/>
        </a:p>
      </dgm:t>
    </dgm:pt>
    <dgm:pt modelId="{3346F56D-DCEF-4A49-B5A2-162A68AA8C1F}" type="pres">
      <dgm:prSet presAssocID="{993CCD08-B2A3-4CBE-A270-1D754480A7E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92DBB88-2A8F-4672-866B-EAABAD5947AA}" type="pres">
      <dgm:prSet presAssocID="{477EFD59-395E-4231-AECD-F97C39640508}" presName="root" presStyleCnt="0"/>
      <dgm:spPr/>
    </dgm:pt>
    <dgm:pt modelId="{2D44478D-7BCF-4C5A-9C14-4AA95770378D}" type="pres">
      <dgm:prSet presAssocID="{477EFD59-395E-4231-AECD-F97C39640508}" presName="rootComposite" presStyleCnt="0"/>
      <dgm:spPr/>
    </dgm:pt>
    <dgm:pt modelId="{818C425E-1AF2-4E30-9233-CF7878C2197A}" type="pres">
      <dgm:prSet presAssocID="{477EFD59-395E-4231-AECD-F97C39640508}" presName="rootText" presStyleLbl="node1" presStyleIdx="0" presStyleCnt="4" custScaleX="127897" custScaleY="164440"/>
      <dgm:spPr/>
    </dgm:pt>
    <dgm:pt modelId="{A1DA3A22-A509-488B-9419-39FE741C783B}" type="pres">
      <dgm:prSet presAssocID="{477EFD59-395E-4231-AECD-F97C39640508}" presName="rootConnector" presStyleLbl="node1" presStyleIdx="0" presStyleCnt="4"/>
      <dgm:spPr/>
    </dgm:pt>
    <dgm:pt modelId="{64D768C7-6A3D-481C-A105-05FA9237C9C0}" type="pres">
      <dgm:prSet presAssocID="{477EFD59-395E-4231-AECD-F97C39640508}" presName="childShape" presStyleCnt="0"/>
      <dgm:spPr/>
    </dgm:pt>
    <dgm:pt modelId="{177361AA-B73F-405B-9C60-E06F71959B9D}" type="pres">
      <dgm:prSet presAssocID="{96F92869-3241-46BB-A52A-6A781C9EDF8C}" presName="root" presStyleCnt="0"/>
      <dgm:spPr/>
    </dgm:pt>
    <dgm:pt modelId="{97FCF292-0BBE-4B6E-82B5-42680D43BB36}" type="pres">
      <dgm:prSet presAssocID="{96F92869-3241-46BB-A52A-6A781C9EDF8C}" presName="rootComposite" presStyleCnt="0"/>
      <dgm:spPr/>
    </dgm:pt>
    <dgm:pt modelId="{0183DDCB-B8AF-4E52-B2EE-53D7E3859D13}" type="pres">
      <dgm:prSet presAssocID="{96F92869-3241-46BB-A52A-6A781C9EDF8C}" presName="rootText" presStyleLbl="node1" presStyleIdx="1" presStyleCnt="4" custScaleX="127897" custScaleY="164440"/>
      <dgm:spPr/>
    </dgm:pt>
    <dgm:pt modelId="{A0156C21-8193-4A14-AE0F-B2B16F1E159E}" type="pres">
      <dgm:prSet presAssocID="{96F92869-3241-46BB-A52A-6A781C9EDF8C}" presName="rootConnector" presStyleLbl="node1" presStyleIdx="1" presStyleCnt="4"/>
      <dgm:spPr/>
    </dgm:pt>
    <dgm:pt modelId="{87EBB3DB-AFA8-4DE7-9989-101C63656B53}" type="pres">
      <dgm:prSet presAssocID="{96F92869-3241-46BB-A52A-6A781C9EDF8C}" presName="childShape" presStyleCnt="0"/>
      <dgm:spPr/>
    </dgm:pt>
    <dgm:pt modelId="{54BC1C71-F718-44F3-991D-642BBD0EDBAD}" type="pres">
      <dgm:prSet presAssocID="{C83F8EA1-9DFF-4DC1-8740-D68799DE71BC}" presName="root" presStyleCnt="0"/>
      <dgm:spPr/>
    </dgm:pt>
    <dgm:pt modelId="{E3E9FEB4-C0F9-4CC4-8B8D-6AFF9A9012C5}" type="pres">
      <dgm:prSet presAssocID="{C83F8EA1-9DFF-4DC1-8740-D68799DE71BC}" presName="rootComposite" presStyleCnt="0"/>
      <dgm:spPr/>
    </dgm:pt>
    <dgm:pt modelId="{E3D1ED5E-0437-483E-A4BB-1385E3851C9D}" type="pres">
      <dgm:prSet presAssocID="{C83F8EA1-9DFF-4DC1-8740-D68799DE71BC}" presName="rootText" presStyleLbl="node1" presStyleIdx="2" presStyleCnt="4" custScaleX="127897" custScaleY="164440"/>
      <dgm:spPr/>
    </dgm:pt>
    <dgm:pt modelId="{CAC187B1-6635-4F7F-BEC5-B3C5256F04ED}" type="pres">
      <dgm:prSet presAssocID="{C83F8EA1-9DFF-4DC1-8740-D68799DE71BC}" presName="rootConnector" presStyleLbl="node1" presStyleIdx="2" presStyleCnt="4"/>
      <dgm:spPr/>
    </dgm:pt>
    <dgm:pt modelId="{D6DAC278-2C53-4B98-8A5C-F8D0C6B4F590}" type="pres">
      <dgm:prSet presAssocID="{C83F8EA1-9DFF-4DC1-8740-D68799DE71BC}" presName="childShape" presStyleCnt="0"/>
      <dgm:spPr/>
    </dgm:pt>
    <dgm:pt modelId="{2DA2CDD4-FEDA-4F6A-BD42-818A3342F393}" type="pres">
      <dgm:prSet presAssocID="{42AB60FB-1B33-41A5-8F8A-C2DD98725555}" presName="root" presStyleCnt="0"/>
      <dgm:spPr/>
    </dgm:pt>
    <dgm:pt modelId="{EF126FD1-731F-426E-B24B-F04390632D64}" type="pres">
      <dgm:prSet presAssocID="{42AB60FB-1B33-41A5-8F8A-C2DD98725555}" presName="rootComposite" presStyleCnt="0"/>
      <dgm:spPr/>
    </dgm:pt>
    <dgm:pt modelId="{D791FC02-FC20-4A96-94EB-482498F19FAB}" type="pres">
      <dgm:prSet presAssocID="{42AB60FB-1B33-41A5-8F8A-C2DD98725555}" presName="rootText" presStyleLbl="node1" presStyleIdx="3" presStyleCnt="4" custScaleX="127897" custScaleY="164440"/>
      <dgm:spPr/>
    </dgm:pt>
    <dgm:pt modelId="{3308BD4C-4881-4689-9BAE-EE3806966234}" type="pres">
      <dgm:prSet presAssocID="{42AB60FB-1B33-41A5-8F8A-C2DD98725555}" presName="rootConnector" presStyleLbl="node1" presStyleIdx="3" presStyleCnt="4"/>
      <dgm:spPr/>
    </dgm:pt>
    <dgm:pt modelId="{B2D3CCAE-94DE-4851-89C8-07BD4BAE8573}" type="pres">
      <dgm:prSet presAssocID="{42AB60FB-1B33-41A5-8F8A-C2DD98725555}" presName="childShape" presStyleCnt="0"/>
      <dgm:spPr/>
    </dgm:pt>
  </dgm:ptLst>
  <dgm:cxnLst>
    <dgm:cxn modelId="{09B08735-7493-436A-9AF3-BFCAC689A636}" type="presOf" srcId="{96F92869-3241-46BB-A52A-6A781C9EDF8C}" destId="{A0156C21-8193-4A14-AE0F-B2B16F1E159E}" srcOrd="1" destOrd="0" presId="urn:microsoft.com/office/officeart/2005/8/layout/hierarchy3"/>
    <dgm:cxn modelId="{F83DC53A-A9B3-4407-A75B-A6E840808A7E}" srcId="{993CCD08-B2A3-4CBE-A270-1D754480A7E2}" destId="{477EFD59-395E-4231-AECD-F97C39640508}" srcOrd="0" destOrd="0" parTransId="{44939B9C-AF14-4695-B4F4-901C71E4A5FE}" sibTransId="{431E406A-1001-4E43-9F69-4239CA00840B}"/>
    <dgm:cxn modelId="{B10C8798-092E-4FAF-B61F-00BFD81CC8F6}" type="presOf" srcId="{477EFD59-395E-4231-AECD-F97C39640508}" destId="{A1DA3A22-A509-488B-9419-39FE741C783B}" srcOrd="1" destOrd="0" presId="urn:microsoft.com/office/officeart/2005/8/layout/hierarchy3"/>
    <dgm:cxn modelId="{11A27D9E-B9F6-4B5F-BF22-5E56E94ED546}" type="presOf" srcId="{96F92869-3241-46BB-A52A-6A781C9EDF8C}" destId="{0183DDCB-B8AF-4E52-B2EE-53D7E3859D13}" srcOrd="0" destOrd="0" presId="urn:microsoft.com/office/officeart/2005/8/layout/hierarchy3"/>
    <dgm:cxn modelId="{5492A6A9-D80C-4818-B060-8AF52C8573AA}" type="presOf" srcId="{C83F8EA1-9DFF-4DC1-8740-D68799DE71BC}" destId="{E3D1ED5E-0437-483E-A4BB-1385E3851C9D}" srcOrd="0" destOrd="0" presId="urn:microsoft.com/office/officeart/2005/8/layout/hierarchy3"/>
    <dgm:cxn modelId="{5CB785BE-74B6-4B19-9ADB-D3B8A23C085E}" type="presOf" srcId="{C83F8EA1-9DFF-4DC1-8740-D68799DE71BC}" destId="{CAC187B1-6635-4F7F-BEC5-B3C5256F04ED}" srcOrd="1" destOrd="0" presId="urn:microsoft.com/office/officeart/2005/8/layout/hierarchy3"/>
    <dgm:cxn modelId="{A8531CC3-1231-4503-8125-AF2726581ED3}" type="presOf" srcId="{42AB60FB-1B33-41A5-8F8A-C2DD98725555}" destId="{3308BD4C-4881-4689-9BAE-EE3806966234}" srcOrd="1" destOrd="0" presId="urn:microsoft.com/office/officeart/2005/8/layout/hierarchy3"/>
    <dgm:cxn modelId="{96F115C7-4610-4F8E-A75C-F6A215927C12}" type="presOf" srcId="{42AB60FB-1B33-41A5-8F8A-C2DD98725555}" destId="{D791FC02-FC20-4A96-94EB-482498F19FAB}" srcOrd="0" destOrd="0" presId="urn:microsoft.com/office/officeart/2005/8/layout/hierarchy3"/>
    <dgm:cxn modelId="{E66C91CD-06FF-42BA-A1FF-5FDBB95C02CD}" srcId="{993CCD08-B2A3-4CBE-A270-1D754480A7E2}" destId="{42AB60FB-1B33-41A5-8F8A-C2DD98725555}" srcOrd="3" destOrd="0" parTransId="{969673D5-B6E1-4537-BA82-CCFB51EC81CE}" sibTransId="{52584988-E3D1-4FEC-AC20-418036237FFC}"/>
    <dgm:cxn modelId="{AD5D57D2-5D28-4B35-8948-75734750D857}" srcId="{993CCD08-B2A3-4CBE-A270-1D754480A7E2}" destId="{C83F8EA1-9DFF-4DC1-8740-D68799DE71BC}" srcOrd="2" destOrd="0" parTransId="{FCA9EDFF-8A11-449C-A796-DC7F58C18F3B}" sibTransId="{D836EAFB-0A40-4D1A-ADC6-3D10AA657219}"/>
    <dgm:cxn modelId="{7D0EEFEB-69DD-45F7-80CC-C60B1517C152}" type="presOf" srcId="{477EFD59-395E-4231-AECD-F97C39640508}" destId="{818C425E-1AF2-4E30-9233-CF7878C2197A}" srcOrd="0" destOrd="0" presId="urn:microsoft.com/office/officeart/2005/8/layout/hierarchy3"/>
    <dgm:cxn modelId="{C9C842EF-9C03-4EA5-A6CC-5DB1DD2541ED}" type="presOf" srcId="{993CCD08-B2A3-4CBE-A270-1D754480A7E2}" destId="{3346F56D-DCEF-4A49-B5A2-162A68AA8C1F}" srcOrd="0" destOrd="0" presId="urn:microsoft.com/office/officeart/2005/8/layout/hierarchy3"/>
    <dgm:cxn modelId="{67DB5AEF-72EF-49FF-B5B8-C7DC08C622B4}" srcId="{993CCD08-B2A3-4CBE-A270-1D754480A7E2}" destId="{96F92869-3241-46BB-A52A-6A781C9EDF8C}" srcOrd="1" destOrd="0" parTransId="{37938763-55BA-42D6-B1A8-8B680D6A8C54}" sibTransId="{9F07CC42-40BC-4DDA-9A92-567A10B359BE}"/>
    <dgm:cxn modelId="{E7DDA91C-89E4-47A5-9A53-0607C34CD99A}" type="presParOf" srcId="{3346F56D-DCEF-4A49-B5A2-162A68AA8C1F}" destId="{392DBB88-2A8F-4672-866B-EAABAD5947AA}" srcOrd="0" destOrd="0" presId="urn:microsoft.com/office/officeart/2005/8/layout/hierarchy3"/>
    <dgm:cxn modelId="{2E41A624-1186-439D-8546-C6582B662243}" type="presParOf" srcId="{392DBB88-2A8F-4672-866B-EAABAD5947AA}" destId="{2D44478D-7BCF-4C5A-9C14-4AA95770378D}" srcOrd="0" destOrd="0" presId="urn:microsoft.com/office/officeart/2005/8/layout/hierarchy3"/>
    <dgm:cxn modelId="{46E070BF-7DC4-44E4-A30D-C88EB83F270F}" type="presParOf" srcId="{2D44478D-7BCF-4C5A-9C14-4AA95770378D}" destId="{818C425E-1AF2-4E30-9233-CF7878C2197A}" srcOrd="0" destOrd="0" presId="urn:microsoft.com/office/officeart/2005/8/layout/hierarchy3"/>
    <dgm:cxn modelId="{70430C26-6BBC-4C39-AC61-D1874BB7DB33}" type="presParOf" srcId="{2D44478D-7BCF-4C5A-9C14-4AA95770378D}" destId="{A1DA3A22-A509-488B-9419-39FE741C783B}" srcOrd="1" destOrd="0" presId="urn:microsoft.com/office/officeart/2005/8/layout/hierarchy3"/>
    <dgm:cxn modelId="{14D9A6E1-E50F-4747-8C39-745735879763}" type="presParOf" srcId="{392DBB88-2A8F-4672-866B-EAABAD5947AA}" destId="{64D768C7-6A3D-481C-A105-05FA9237C9C0}" srcOrd="1" destOrd="0" presId="urn:microsoft.com/office/officeart/2005/8/layout/hierarchy3"/>
    <dgm:cxn modelId="{4E2636C5-6BEF-4E36-A4E2-47FA0C73E6C9}" type="presParOf" srcId="{3346F56D-DCEF-4A49-B5A2-162A68AA8C1F}" destId="{177361AA-B73F-405B-9C60-E06F71959B9D}" srcOrd="1" destOrd="0" presId="urn:microsoft.com/office/officeart/2005/8/layout/hierarchy3"/>
    <dgm:cxn modelId="{ACAE2F0C-FA26-4C92-86F4-45926684D866}" type="presParOf" srcId="{177361AA-B73F-405B-9C60-E06F71959B9D}" destId="{97FCF292-0BBE-4B6E-82B5-42680D43BB36}" srcOrd="0" destOrd="0" presId="urn:microsoft.com/office/officeart/2005/8/layout/hierarchy3"/>
    <dgm:cxn modelId="{C51CEA9B-498A-4857-8558-07E77EFB4CDF}" type="presParOf" srcId="{97FCF292-0BBE-4B6E-82B5-42680D43BB36}" destId="{0183DDCB-B8AF-4E52-B2EE-53D7E3859D13}" srcOrd="0" destOrd="0" presId="urn:microsoft.com/office/officeart/2005/8/layout/hierarchy3"/>
    <dgm:cxn modelId="{490FF84A-524F-49B8-B28A-EB7A0724AB74}" type="presParOf" srcId="{97FCF292-0BBE-4B6E-82B5-42680D43BB36}" destId="{A0156C21-8193-4A14-AE0F-B2B16F1E159E}" srcOrd="1" destOrd="0" presId="urn:microsoft.com/office/officeart/2005/8/layout/hierarchy3"/>
    <dgm:cxn modelId="{B2B918FD-A592-49F3-8705-2250D76A7635}" type="presParOf" srcId="{177361AA-B73F-405B-9C60-E06F71959B9D}" destId="{87EBB3DB-AFA8-4DE7-9989-101C63656B53}" srcOrd="1" destOrd="0" presId="urn:microsoft.com/office/officeart/2005/8/layout/hierarchy3"/>
    <dgm:cxn modelId="{DE3960F5-FB3A-422F-B270-9BFB6C67EE91}" type="presParOf" srcId="{3346F56D-DCEF-4A49-B5A2-162A68AA8C1F}" destId="{54BC1C71-F718-44F3-991D-642BBD0EDBAD}" srcOrd="2" destOrd="0" presId="urn:microsoft.com/office/officeart/2005/8/layout/hierarchy3"/>
    <dgm:cxn modelId="{FB0F238D-0429-4547-BCB9-F3E79B5A75DB}" type="presParOf" srcId="{54BC1C71-F718-44F3-991D-642BBD0EDBAD}" destId="{E3E9FEB4-C0F9-4CC4-8B8D-6AFF9A9012C5}" srcOrd="0" destOrd="0" presId="urn:microsoft.com/office/officeart/2005/8/layout/hierarchy3"/>
    <dgm:cxn modelId="{D6DC1779-BDB3-46F0-B52B-A032F3686B13}" type="presParOf" srcId="{E3E9FEB4-C0F9-4CC4-8B8D-6AFF9A9012C5}" destId="{E3D1ED5E-0437-483E-A4BB-1385E3851C9D}" srcOrd="0" destOrd="0" presId="urn:microsoft.com/office/officeart/2005/8/layout/hierarchy3"/>
    <dgm:cxn modelId="{58E66001-B12C-41C9-9ED4-BB4739546D7C}" type="presParOf" srcId="{E3E9FEB4-C0F9-4CC4-8B8D-6AFF9A9012C5}" destId="{CAC187B1-6635-4F7F-BEC5-B3C5256F04ED}" srcOrd="1" destOrd="0" presId="urn:microsoft.com/office/officeart/2005/8/layout/hierarchy3"/>
    <dgm:cxn modelId="{729CB759-AEA6-4A7C-ADC3-C72E08D22A1F}" type="presParOf" srcId="{54BC1C71-F718-44F3-991D-642BBD0EDBAD}" destId="{D6DAC278-2C53-4B98-8A5C-F8D0C6B4F590}" srcOrd="1" destOrd="0" presId="urn:microsoft.com/office/officeart/2005/8/layout/hierarchy3"/>
    <dgm:cxn modelId="{F73B2B0F-BE3A-4432-89C4-E0AFA23F4FF1}" type="presParOf" srcId="{3346F56D-DCEF-4A49-B5A2-162A68AA8C1F}" destId="{2DA2CDD4-FEDA-4F6A-BD42-818A3342F393}" srcOrd="3" destOrd="0" presId="urn:microsoft.com/office/officeart/2005/8/layout/hierarchy3"/>
    <dgm:cxn modelId="{12F27B8D-898C-45BF-9411-BDD9ED223A65}" type="presParOf" srcId="{2DA2CDD4-FEDA-4F6A-BD42-818A3342F393}" destId="{EF126FD1-731F-426E-B24B-F04390632D64}" srcOrd="0" destOrd="0" presId="urn:microsoft.com/office/officeart/2005/8/layout/hierarchy3"/>
    <dgm:cxn modelId="{2A0C19DC-393A-477B-A802-5FC9D7B6BB13}" type="presParOf" srcId="{EF126FD1-731F-426E-B24B-F04390632D64}" destId="{D791FC02-FC20-4A96-94EB-482498F19FAB}" srcOrd="0" destOrd="0" presId="urn:microsoft.com/office/officeart/2005/8/layout/hierarchy3"/>
    <dgm:cxn modelId="{C7AE932F-29FF-493F-8DD7-FACEA21C578F}" type="presParOf" srcId="{EF126FD1-731F-426E-B24B-F04390632D64}" destId="{3308BD4C-4881-4689-9BAE-EE3806966234}" srcOrd="1" destOrd="0" presId="urn:microsoft.com/office/officeart/2005/8/layout/hierarchy3"/>
    <dgm:cxn modelId="{CE163B0C-728A-4C9C-9D0E-91510C35B473}" type="presParOf" srcId="{2DA2CDD4-FEDA-4F6A-BD42-818A3342F393}" destId="{B2D3CCAE-94DE-4851-89C8-07BD4BAE8573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A19D41B-E5A1-4612-B535-03953F2858AE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843C23-A14A-4F18-8640-43066E46C2BE}">
      <dgm:prSet/>
      <dgm:spPr/>
      <dgm:t>
        <a:bodyPr/>
        <a:lstStyle/>
        <a:p>
          <a:r>
            <a:rPr lang="en-US" b="1"/>
            <a:t>1. </a:t>
          </a:r>
          <a:r>
            <a:rPr lang="vi-VN" b="1"/>
            <a:t>Người dùng tương tác</a:t>
          </a:r>
          <a:endParaRPr lang="en-US"/>
        </a:p>
      </dgm:t>
    </dgm:pt>
    <dgm:pt modelId="{AE32166A-DDC1-4594-96B7-BE37218A7962}" type="parTrans" cxnId="{99393975-2F6D-43DA-B363-7B3C357072AB}">
      <dgm:prSet/>
      <dgm:spPr/>
      <dgm:t>
        <a:bodyPr/>
        <a:lstStyle/>
        <a:p>
          <a:endParaRPr lang="en-US"/>
        </a:p>
      </dgm:t>
    </dgm:pt>
    <dgm:pt modelId="{C1DC1357-F87F-451C-B828-2F2C231EB6BF}" type="sibTrans" cxnId="{99393975-2F6D-43DA-B363-7B3C357072AB}">
      <dgm:prSet/>
      <dgm:spPr/>
      <dgm:t>
        <a:bodyPr/>
        <a:lstStyle/>
        <a:p>
          <a:endParaRPr lang="en-US"/>
        </a:p>
      </dgm:t>
    </dgm:pt>
    <dgm:pt modelId="{9F837C42-D72A-4945-B628-3AED418324EB}">
      <dgm:prSet/>
      <dgm:spPr/>
      <dgm:t>
        <a:bodyPr/>
        <a:lstStyle/>
        <a:p>
          <a:r>
            <a:rPr lang="vi-VN"/>
            <a:t>Chọn địa điểm</a:t>
          </a:r>
          <a:endParaRPr lang="en-US"/>
        </a:p>
      </dgm:t>
    </dgm:pt>
    <dgm:pt modelId="{D8CDA8F6-126D-4D6D-949F-5D416E134371}" type="parTrans" cxnId="{378CA430-38CD-415F-A3AD-270D107CF091}">
      <dgm:prSet/>
      <dgm:spPr/>
      <dgm:t>
        <a:bodyPr/>
        <a:lstStyle/>
        <a:p>
          <a:endParaRPr lang="en-US"/>
        </a:p>
      </dgm:t>
    </dgm:pt>
    <dgm:pt modelId="{A18EC471-8612-4280-9026-E13D1A3576D6}" type="sibTrans" cxnId="{378CA430-38CD-415F-A3AD-270D107CF091}">
      <dgm:prSet/>
      <dgm:spPr/>
      <dgm:t>
        <a:bodyPr/>
        <a:lstStyle/>
        <a:p>
          <a:endParaRPr lang="en-US"/>
        </a:p>
      </dgm:t>
    </dgm:pt>
    <dgm:pt modelId="{5C2B23DE-12A9-4754-A601-0F9E63252331}">
      <dgm:prSet/>
      <dgm:spPr/>
      <dgm:t>
        <a:bodyPr/>
        <a:lstStyle/>
        <a:p>
          <a:r>
            <a:rPr lang="vi-VN"/>
            <a:t>Đặt câu hỏi</a:t>
          </a:r>
          <a:endParaRPr lang="en-US"/>
        </a:p>
      </dgm:t>
    </dgm:pt>
    <dgm:pt modelId="{1A164CDE-F78C-4D48-AABD-21B0AD116476}" type="parTrans" cxnId="{B3617EDB-FC26-4675-A8F8-DD825E7C7AEC}">
      <dgm:prSet/>
      <dgm:spPr/>
      <dgm:t>
        <a:bodyPr/>
        <a:lstStyle/>
        <a:p>
          <a:endParaRPr lang="en-US"/>
        </a:p>
      </dgm:t>
    </dgm:pt>
    <dgm:pt modelId="{DE32CEA4-9625-4DBA-B37A-5BBFC1B76C25}" type="sibTrans" cxnId="{B3617EDB-FC26-4675-A8F8-DD825E7C7AEC}">
      <dgm:prSet/>
      <dgm:spPr/>
      <dgm:t>
        <a:bodyPr/>
        <a:lstStyle/>
        <a:p>
          <a:endParaRPr lang="en-US"/>
        </a:p>
      </dgm:t>
    </dgm:pt>
    <dgm:pt modelId="{1547CDBB-5625-4149-9D1E-70FEF081EF11}">
      <dgm:prSet/>
      <dgm:spPr/>
      <dgm:t>
        <a:bodyPr/>
        <a:lstStyle/>
        <a:p>
          <a:r>
            <a:rPr lang="vi-VN"/>
            <a:t>Yêu cầu mở bản đồ/dẫn đường</a:t>
          </a:r>
          <a:endParaRPr lang="en-US"/>
        </a:p>
      </dgm:t>
    </dgm:pt>
    <dgm:pt modelId="{FF9ED75B-A3FA-4F94-AF95-47C754069E46}" type="parTrans" cxnId="{C114C415-2FF6-489A-AFD8-6D1024C7F27A}">
      <dgm:prSet/>
      <dgm:spPr/>
      <dgm:t>
        <a:bodyPr/>
        <a:lstStyle/>
        <a:p>
          <a:endParaRPr lang="en-US"/>
        </a:p>
      </dgm:t>
    </dgm:pt>
    <dgm:pt modelId="{E4D076FC-B17D-4DBA-B662-E47621AB96B6}" type="sibTrans" cxnId="{C114C415-2FF6-489A-AFD8-6D1024C7F27A}">
      <dgm:prSet/>
      <dgm:spPr/>
      <dgm:t>
        <a:bodyPr/>
        <a:lstStyle/>
        <a:p>
          <a:endParaRPr lang="en-US"/>
        </a:p>
      </dgm:t>
    </dgm:pt>
    <dgm:pt modelId="{28BDE24C-F3E6-45C2-8AC0-9FC99BA000C4}">
      <dgm:prSet/>
      <dgm:spPr/>
      <dgm:t>
        <a:bodyPr/>
        <a:lstStyle/>
        <a:p>
          <a:r>
            <a:rPr lang="vi-VN" b="1"/>
            <a:t>2. AI Agent xử lý</a:t>
          </a:r>
          <a:endParaRPr lang="en-US"/>
        </a:p>
      </dgm:t>
    </dgm:pt>
    <dgm:pt modelId="{0F0F857E-C336-4B40-AD9A-C7BE6005B4B4}" type="parTrans" cxnId="{1863B016-F4B6-4443-A959-7B7ECF36BBDA}">
      <dgm:prSet/>
      <dgm:spPr/>
      <dgm:t>
        <a:bodyPr/>
        <a:lstStyle/>
        <a:p>
          <a:endParaRPr lang="en-US"/>
        </a:p>
      </dgm:t>
    </dgm:pt>
    <dgm:pt modelId="{2640AA42-0765-4AD4-8D24-AB540331C7D3}" type="sibTrans" cxnId="{1863B016-F4B6-4443-A959-7B7ECF36BBDA}">
      <dgm:prSet/>
      <dgm:spPr/>
      <dgm:t>
        <a:bodyPr/>
        <a:lstStyle/>
        <a:p>
          <a:endParaRPr lang="en-US"/>
        </a:p>
      </dgm:t>
    </dgm:pt>
    <dgm:pt modelId="{A057F344-1601-4B22-9773-30FAB905CD74}">
      <dgm:prSet/>
      <dgm:spPr/>
      <dgm:t>
        <a:bodyPr/>
        <a:lstStyle/>
        <a:p>
          <a:r>
            <a:rPr lang="vi-VN"/>
            <a:t>Hiểu nội dung người dùng </a:t>
          </a:r>
          <a:r>
            <a:rPr lang="en-US"/>
            <a:t> </a:t>
          </a:r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đang</a:t>
          </a:r>
          <a:r>
            <a:rPr lang="en-US"/>
            <a:t> </a:t>
          </a:r>
          <a:r>
            <a:rPr lang="vi-VN"/>
            <a:t>hỏi</a:t>
          </a:r>
          <a:endParaRPr lang="en-US"/>
        </a:p>
      </dgm:t>
    </dgm:pt>
    <dgm:pt modelId="{F3176E64-E29D-400F-9B1D-8A64125736F8}" type="parTrans" cxnId="{88261B05-E4F3-4B5E-9CC9-FD4B977BC041}">
      <dgm:prSet/>
      <dgm:spPr/>
      <dgm:t>
        <a:bodyPr/>
        <a:lstStyle/>
        <a:p>
          <a:endParaRPr lang="en-US"/>
        </a:p>
      </dgm:t>
    </dgm:pt>
    <dgm:pt modelId="{300106A6-BB75-4F35-8CB3-A89966F4164C}" type="sibTrans" cxnId="{88261B05-E4F3-4B5E-9CC9-FD4B977BC041}">
      <dgm:prSet/>
      <dgm:spPr/>
      <dgm:t>
        <a:bodyPr/>
        <a:lstStyle/>
        <a:p>
          <a:endParaRPr lang="en-US"/>
        </a:p>
      </dgm:t>
    </dgm:pt>
    <dgm:pt modelId="{9DD9B699-A440-4721-9214-5546322B2057}">
      <dgm:prSet/>
      <dgm:spPr/>
      <dgm:t>
        <a:bodyPr/>
        <a:lstStyle/>
        <a:p>
          <a:r>
            <a:rPr lang="vi-VN"/>
            <a:t>Tìm thông tin liên quan trong dữ liệu đã chuẩn bị</a:t>
          </a:r>
          <a:endParaRPr lang="en-US"/>
        </a:p>
      </dgm:t>
    </dgm:pt>
    <dgm:pt modelId="{9972CA2F-5B7F-487C-BB05-0008D4666388}" type="parTrans" cxnId="{EF118600-BF05-4BE9-B25D-703BBF2C4474}">
      <dgm:prSet/>
      <dgm:spPr/>
      <dgm:t>
        <a:bodyPr/>
        <a:lstStyle/>
        <a:p>
          <a:endParaRPr lang="en-US"/>
        </a:p>
      </dgm:t>
    </dgm:pt>
    <dgm:pt modelId="{66FCF1ED-2761-44D1-A427-826705068974}" type="sibTrans" cxnId="{EF118600-BF05-4BE9-B25D-703BBF2C4474}">
      <dgm:prSet/>
      <dgm:spPr/>
      <dgm:t>
        <a:bodyPr/>
        <a:lstStyle/>
        <a:p>
          <a:endParaRPr lang="en-US"/>
        </a:p>
      </dgm:t>
    </dgm:pt>
    <dgm:pt modelId="{8456D8CF-0924-4E52-A16D-540694812563}">
      <dgm:prSet/>
      <dgm:spPr/>
      <dgm:t>
        <a:bodyPr/>
        <a:lstStyle/>
        <a:p>
          <a:r>
            <a:rPr lang="vi-VN"/>
            <a:t>Xác định hành động phù hợp với giao diện</a:t>
          </a:r>
          <a:endParaRPr lang="en-US"/>
        </a:p>
      </dgm:t>
    </dgm:pt>
    <dgm:pt modelId="{F853604E-A81E-42CC-9921-129AAE18F51F}" type="parTrans" cxnId="{92136C15-0EC5-4425-9184-63051472B157}">
      <dgm:prSet/>
      <dgm:spPr/>
      <dgm:t>
        <a:bodyPr/>
        <a:lstStyle/>
        <a:p>
          <a:endParaRPr lang="en-US"/>
        </a:p>
      </dgm:t>
    </dgm:pt>
    <dgm:pt modelId="{A7A95AF9-E063-4FEF-ADB9-DE509C53B08F}" type="sibTrans" cxnId="{92136C15-0EC5-4425-9184-63051472B157}">
      <dgm:prSet/>
      <dgm:spPr/>
      <dgm:t>
        <a:bodyPr/>
        <a:lstStyle/>
        <a:p>
          <a:endParaRPr lang="en-US"/>
        </a:p>
      </dgm:t>
    </dgm:pt>
    <dgm:pt modelId="{DD93C7B7-CCB5-4F66-B86F-A844CFD63F13}">
      <dgm:prSet/>
      <dgm:spPr/>
      <dgm:t>
        <a:bodyPr/>
        <a:lstStyle/>
        <a:p>
          <a:r>
            <a:rPr lang="vi-VN" b="1"/>
            <a:t>3. Hệ thống phản hồi</a:t>
          </a:r>
          <a:endParaRPr lang="en-US"/>
        </a:p>
      </dgm:t>
    </dgm:pt>
    <dgm:pt modelId="{257A7286-D557-4851-AEDA-6AE938763C32}" type="parTrans" cxnId="{7D178EEA-B804-428F-AF92-2239AC8BDB6C}">
      <dgm:prSet/>
      <dgm:spPr/>
      <dgm:t>
        <a:bodyPr/>
        <a:lstStyle/>
        <a:p>
          <a:endParaRPr lang="en-US"/>
        </a:p>
      </dgm:t>
    </dgm:pt>
    <dgm:pt modelId="{217DEF0F-A623-467F-9876-039BFA0C3E68}" type="sibTrans" cxnId="{7D178EEA-B804-428F-AF92-2239AC8BDB6C}">
      <dgm:prSet/>
      <dgm:spPr/>
      <dgm:t>
        <a:bodyPr/>
        <a:lstStyle/>
        <a:p>
          <a:endParaRPr lang="en-US"/>
        </a:p>
      </dgm:t>
    </dgm:pt>
    <dgm:pt modelId="{9CE7C983-7A57-4D96-BB97-63B7E28C3C71}">
      <dgm:prSet/>
      <dgm:spPr/>
      <dgm:t>
        <a:bodyPr/>
        <a:lstStyle/>
        <a:p>
          <a:r>
            <a:rPr lang="vi-VN"/>
            <a:t>Trả lời bằng văn bản / giọng nói</a:t>
          </a:r>
          <a:endParaRPr lang="en-US"/>
        </a:p>
      </dgm:t>
    </dgm:pt>
    <dgm:pt modelId="{A8A1C9C2-F1A9-42C8-AB1E-20ACE451E72E}" type="parTrans" cxnId="{BCCFFCBE-0107-49F4-AB7C-22FBB1E1D043}">
      <dgm:prSet/>
      <dgm:spPr/>
      <dgm:t>
        <a:bodyPr/>
        <a:lstStyle/>
        <a:p>
          <a:endParaRPr lang="en-US"/>
        </a:p>
      </dgm:t>
    </dgm:pt>
    <dgm:pt modelId="{225602D5-8749-47FF-B19A-B218ABAA70C7}" type="sibTrans" cxnId="{BCCFFCBE-0107-49F4-AB7C-22FBB1E1D043}">
      <dgm:prSet/>
      <dgm:spPr/>
      <dgm:t>
        <a:bodyPr/>
        <a:lstStyle/>
        <a:p>
          <a:endParaRPr lang="en-US"/>
        </a:p>
      </dgm:t>
    </dgm:pt>
    <dgm:pt modelId="{C81C0AF5-4A1C-4C45-9E6D-41FC2BEA1B6A}">
      <dgm:prSet/>
      <dgm:spPr/>
      <dgm:t>
        <a:bodyPr/>
        <a:lstStyle/>
        <a:p>
          <a:r>
            <a:rPr lang="vi-VN"/>
            <a:t>Hiển thị ảnh 360 độ, media, thông tin địa điểm</a:t>
          </a:r>
          <a:endParaRPr lang="en-US"/>
        </a:p>
      </dgm:t>
    </dgm:pt>
    <dgm:pt modelId="{8B38C150-67B0-4185-BA10-E884DEC3DCB9}" type="parTrans" cxnId="{A2A6F55D-374C-4721-AE01-0940677EEE99}">
      <dgm:prSet/>
      <dgm:spPr/>
      <dgm:t>
        <a:bodyPr/>
        <a:lstStyle/>
        <a:p>
          <a:endParaRPr lang="en-US"/>
        </a:p>
      </dgm:t>
    </dgm:pt>
    <dgm:pt modelId="{91777917-F917-4AB8-B07B-E625580E6DBE}" type="sibTrans" cxnId="{A2A6F55D-374C-4721-AE01-0940677EEE99}">
      <dgm:prSet/>
      <dgm:spPr/>
      <dgm:t>
        <a:bodyPr/>
        <a:lstStyle/>
        <a:p>
          <a:endParaRPr lang="en-US"/>
        </a:p>
      </dgm:t>
    </dgm:pt>
    <dgm:pt modelId="{09534B0C-4B53-4A09-A7C3-13F1CA98D6F0}">
      <dgm:prSet/>
      <dgm:spPr/>
      <dgm:t>
        <a:bodyPr/>
        <a:lstStyle/>
        <a:p>
          <a:r>
            <a:rPr lang="vi-VN"/>
            <a:t>Mở bản đồ và tuyến đường tương ứng</a:t>
          </a:r>
          <a:endParaRPr lang="en-US"/>
        </a:p>
      </dgm:t>
    </dgm:pt>
    <dgm:pt modelId="{35689DC0-22FD-40A7-944D-F5EE96C58C79}" type="parTrans" cxnId="{457FDE30-C7A7-4DF9-9544-568BA407F15A}">
      <dgm:prSet/>
      <dgm:spPr/>
      <dgm:t>
        <a:bodyPr/>
        <a:lstStyle/>
        <a:p>
          <a:endParaRPr lang="en-US"/>
        </a:p>
      </dgm:t>
    </dgm:pt>
    <dgm:pt modelId="{136E213D-1F78-4552-B074-D74586038193}" type="sibTrans" cxnId="{457FDE30-C7A7-4DF9-9544-568BA407F15A}">
      <dgm:prSet/>
      <dgm:spPr/>
      <dgm:t>
        <a:bodyPr/>
        <a:lstStyle/>
        <a:p>
          <a:endParaRPr lang="en-US"/>
        </a:p>
      </dgm:t>
    </dgm:pt>
    <dgm:pt modelId="{706068B0-51FB-48C8-91B4-D64D28642B3C}" type="pres">
      <dgm:prSet presAssocID="{6A19D41B-E5A1-4612-B535-03953F2858AE}" presName="Name0" presStyleCnt="0">
        <dgm:presLayoutVars>
          <dgm:dir/>
          <dgm:resizeHandles val="exact"/>
        </dgm:presLayoutVars>
      </dgm:prSet>
      <dgm:spPr/>
    </dgm:pt>
    <dgm:pt modelId="{B7745D04-B82D-4822-AB18-706FEBC9A907}" type="pres">
      <dgm:prSet presAssocID="{6A19D41B-E5A1-4612-B535-03953F2858AE}" presName="arrow" presStyleLbl="bgShp" presStyleIdx="0" presStyleCnt="1"/>
      <dgm:spPr/>
    </dgm:pt>
    <dgm:pt modelId="{D9FD3DB9-49AB-494E-91E5-14EA38D662F5}" type="pres">
      <dgm:prSet presAssocID="{6A19D41B-E5A1-4612-B535-03953F2858AE}" presName="points" presStyleCnt="0"/>
      <dgm:spPr/>
    </dgm:pt>
    <dgm:pt modelId="{837F2ECC-B039-404E-AD0C-B9DB20F8C13B}" type="pres">
      <dgm:prSet presAssocID="{6B843C23-A14A-4F18-8640-43066E46C2BE}" presName="compositeA" presStyleCnt="0"/>
      <dgm:spPr/>
    </dgm:pt>
    <dgm:pt modelId="{522914E9-5834-47D9-B84F-86E9673D2F4B}" type="pres">
      <dgm:prSet presAssocID="{6B843C23-A14A-4F18-8640-43066E46C2BE}" presName="textA" presStyleLbl="revTx" presStyleIdx="0" presStyleCnt="3" custScaleX="141453">
        <dgm:presLayoutVars>
          <dgm:bulletEnabled val="1"/>
        </dgm:presLayoutVars>
      </dgm:prSet>
      <dgm:spPr/>
    </dgm:pt>
    <dgm:pt modelId="{CE28C4F9-3215-4E7F-BA2E-000ED1C1AAF9}" type="pres">
      <dgm:prSet presAssocID="{6B843C23-A14A-4F18-8640-43066E46C2BE}" presName="circleA" presStyleLbl="node1" presStyleIdx="0" presStyleCnt="3"/>
      <dgm:spPr/>
    </dgm:pt>
    <dgm:pt modelId="{53E9D12B-F794-4843-BEDF-4E19B07F82B7}" type="pres">
      <dgm:prSet presAssocID="{6B843C23-A14A-4F18-8640-43066E46C2BE}" presName="spaceA" presStyleCnt="0"/>
      <dgm:spPr/>
    </dgm:pt>
    <dgm:pt modelId="{04634AF2-E2CA-4DC8-A314-6AFFB4739359}" type="pres">
      <dgm:prSet presAssocID="{C1DC1357-F87F-451C-B828-2F2C231EB6BF}" presName="space" presStyleCnt="0"/>
      <dgm:spPr/>
    </dgm:pt>
    <dgm:pt modelId="{552FCC97-A746-4E55-8C20-BBEFD5BE6126}" type="pres">
      <dgm:prSet presAssocID="{28BDE24C-F3E6-45C2-8AC0-9FC99BA000C4}" presName="compositeB" presStyleCnt="0"/>
      <dgm:spPr/>
    </dgm:pt>
    <dgm:pt modelId="{F96F9B4F-5C38-4BDD-B4AE-1B26EBB695A5}" type="pres">
      <dgm:prSet presAssocID="{28BDE24C-F3E6-45C2-8AC0-9FC99BA000C4}" presName="textB" presStyleLbl="revTx" presStyleIdx="1" presStyleCnt="3" custScaleX="115865">
        <dgm:presLayoutVars>
          <dgm:bulletEnabled val="1"/>
        </dgm:presLayoutVars>
      </dgm:prSet>
      <dgm:spPr/>
    </dgm:pt>
    <dgm:pt modelId="{E3573C79-CC8E-4DB8-ABD0-9793DD131B86}" type="pres">
      <dgm:prSet presAssocID="{28BDE24C-F3E6-45C2-8AC0-9FC99BA000C4}" presName="circleB" presStyleLbl="node1" presStyleIdx="1" presStyleCnt="3"/>
      <dgm:spPr/>
    </dgm:pt>
    <dgm:pt modelId="{2E1C4957-8B42-4B55-A29B-E21F9604866F}" type="pres">
      <dgm:prSet presAssocID="{28BDE24C-F3E6-45C2-8AC0-9FC99BA000C4}" presName="spaceB" presStyleCnt="0"/>
      <dgm:spPr/>
    </dgm:pt>
    <dgm:pt modelId="{8535BFF7-4DF3-46E9-BFF6-553C0363CC98}" type="pres">
      <dgm:prSet presAssocID="{2640AA42-0765-4AD4-8D24-AB540331C7D3}" presName="space" presStyleCnt="0"/>
      <dgm:spPr/>
    </dgm:pt>
    <dgm:pt modelId="{58747001-FE05-422A-B537-A30D1A7A6BC9}" type="pres">
      <dgm:prSet presAssocID="{DD93C7B7-CCB5-4F66-B86F-A844CFD63F13}" presName="compositeA" presStyleCnt="0"/>
      <dgm:spPr/>
    </dgm:pt>
    <dgm:pt modelId="{81756281-283D-48AD-A37D-DB0BAFFF2EBF}" type="pres">
      <dgm:prSet presAssocID="{DD93C7B7-CCB5-4F66-B86F-A844CFD63F13}" presName="textA" presStyleLbl="revTx" presStyleIdx="2" presStyleCnt="3" custScaleX="132542">
        <dgm:presLayoutVars>
          <dgm:bulletEnabled val="1"/>
        </dgm:presLayoutVars>
      </dgm:prSet>
      <dgm:spPr/>
    </dgm:pt>
    <dgm:pt modelId="{093B8CD6-1C75-4CE3-9D89-A73EFE159D95}" type="pres">
      <dgm:prSet presAssocID="{DD93C7B7-CCB5-4F66-B86F-A844CFD63F13}" presName="circleA" presStyleLbl="node1" presStyleIdx="2" presStyleCnt="3"/>
      <dgm:spPr/>
    </dgm:pt>
    <dgm:pt modelId="{523BDDA2-EED8-4A25-9485-F5B379E3AA30}" type="pres">
      <dgm:prSet presAssocID="{DD93C7B7-CCB5-4F66-B86F-A844CFD63F13}" presName="spaceA" presStyleCnt="0"/>
      <dgm:spPr/>
    </dgm:pt>
  </dgm:ptLst>
  <dgm:cxnLst>
    <dgm:cxn modelId="{EF118600-BF05-4BE9-B25D-703BBF2C4474}" srcId="{28BDE24C-F3E6-45C2-8AC0-9FC99BA000C4}" destId="{9DD9B699-A440-4721-9214-5546322B2057}" srcOrd="1" destOrd="0" parTransId="{9972CA2F-5B7F-487C-BB05-0008D4666388}" sibTransId="{66FCF1ED-2761-44D1-A427-826705068974}"/>
    <dgm:cxn modelId="{88261B05-E4F3-4B5E-9CC9-FD4B977BC041}" srcId="{28BDE24C-F3E6-45C2-8AC0-9FC99BA000C4}" destId="{A057F344-1601-4B22-9773-30FAB905CD74}" srcOrd="0" destOrd="0" parTransId="{F3176E64-E29D-400F-9B1D-8A64125736F8}" sibTransId="{300106A6-BB75-4F35-8CB3-A89966F4164C}"/>
    <dgm:cxn modelId="{2CD2D207-7DD4-40FF-BA57-6D43AD338CC0}" type="presOf" srcId="{9F837C42-D72A-4945-B628-3AED418324EB}" destId="{522914E9-5834-47D9-B84F-86E9673D2F4B}" srcOrd="0" destOrd="1" presId="urn:microsoft.com/office/officeart/2005/8/layout/hProcess11"/>
    <dgm:cxn modelId="{92136C15-0EC5-4425-9184-63051472B157}" srcId="{28BDE24C-F3E6-45C2-8AC0-9FC99BA000C4}" destId="{8456D8CF-0924-4E52-A16D-540694812563}" srcOrd="2" destOrd="0" parTransId="{F853604E-A81E-42CC-9921-129AAE18F51F}" sibTransId="{A7A95AF9-E063-4FEF-ADB9-DE509C53B08F}"/>
    <dgm:cxn modelId="{C114C415-2FF6-489A-AFD8-6D1024C7F27A}" srcId="{6B843C23-A14A-4F18-8640-43066E46C2BE}" destId="{1547CDBB-5625-4149-9D1E-70FEF081EF11}" srcOrd="2" destOrd="0" parTransId="{FF9ED75B-A3FA-4F94-AF95-47C754069E46}" sibTransId="{E4D076FC-B17D-4DBA-B662-E47621AB96B6}"/>
    <dgm:cxn modelId="{1863B016-F4B6-4443-A959-7B7ECF36BBDA}" srcId="{6A19D41B-E5A1-4612-B535-03953F2858AE}" destId="{28BDE24C-F3E6-45C2-8AC0-9FC99BA000C4}" srcOrd="1" destOrd="0" parTransId="{0F0F857E-C336-4B40-AD9A-C7BE6005B4B4}" sibTransId="{2640AA42-0765-4AD4-8D24-AB540331C7D3}"/>
    <dgm:cxn modelId="{2B18BA26-E810-4FBF-8BDA-E0CE81DB0B64}" type="presOf" srcId="{6B843C23-A14A-4F18-8640-43066E46C2BE}" destId="{522914E9-5834-47D9-B84F-86E9673D2F4B}" srcOrd="0" destOrd="0" presId="urn:microsoft.com/office/officeart/2005/8/layout/hProcess11"/>
    <dgm:cxn modelId="{378CA430-38CD-415F-A3AD-270D107CF091}" srcId="{6B843C23-A14A-4F18-8640-43066E46C2BE}" destId="{9F837C42-D72A-4945-B628-3AED418324EB}" srcOrd="0" destOrd="0" parTransId="{D8CDA8F6-126D-4D6D-949F-5D416E134371}" sibTransId="{A18EC471-8612-4280-9026-E13D1A3576D6}"/>
    <dgm:cxn modelId="{457FDE30-C7A7-4DF9-9544-568BA407F15A}" srcId="{DD93C7B7-CCB5-4F66-B86F-A844CFD63F13}" destId="{09534B0C-4B53-4A09-A7C3-13F1CA98D6F0}" srcOrd="2" destOrd="0" parTransId="{35689DC0-22FD-40A7-944D-F5EE96C58C79}" sibTransId="{136E213D-1F78-4552-B074-D74586038193}"/>
    <dgm:cxn modelId="{5D612B38-1621-407D-AB94-C96160779FA8}" type="presOf" srcId="{6A19D41B-E5A1-4612-B535-03953F2858AE}" destId="{706068B0-51FB-48C8-91B4-D64D28642B3C}" srcOrd="0" destOrd="0" presId="urn:microsoft.com/office/officeart/2005/8/layout/hProcess11"/>
    <dgm:cxn modelId="{A2A6F55D-374C-4721-AE01-0940677EEE99}" srcId="{DD93C7B7-CCB5-4F66-B86F-A844CFD63F13}" destId="{C81C0AF5-4A1C-4C45-9E6D-41FC2BEA1B6A}" srcOrd="1" destOrd="0" parTransId="{8B38C150-67B0-4185-BA10-E884DEC3DCB9}" sibTransId="{91777917-F917-4AB8-B07B-E625580E6DBE}"/>
    <dgm:cxn modelId="{8B271665-6D4E-4A4B-A618-670EAEE00E1F}" type="presOf" srcId="{9DD9B699-A440-4721-9214-5546322B2057}" destId="{F96F9B4F-5C38-4BDD-B4AE-1B26EBB695A5}" srcOrd="0" destOrd="2" presId="urn:microsoft.com/office/officeart/2005/8/layout/hProcess11"/>
    <dgm:cxn modelId="{D69D2B4E-1549-4964-9996-A4957B9B0A4B}" type="presOf" srcId="{C81C0AF5-4A1C-4C45-9E6D-41FC2BEA1B6A}" destId="{81756281-283D-48AD-A37D-DB0BAFFF2EBF}" srcOrd="0" destOrd="2" presId="urn:microsoft.com/office/officeart/2005/8/layout/hProcess11"/>
    <dgm:cxn modelId="{805C1F55-FD02-4AA8-8F75-090B0E037A34}" type="presOf" srcId="{28BDE24C-F3E6-45C2-8AC0-9FC99BA000C4}" destId="{F96F9B4F-5C38-4BDD-B4AE-1B26EBB695A5}" srcOrd="0" destOrd="0" presId="urn:microsoft.com/office/officeart/2005/8/layout/hProcess11"/>
    <dgm:cxn modelId="{99393975-2F6D-43DA-B363-7B3C357072AB}" srcId="{6A19D41B-E5A1-4612-B535-03953F2858AE}" destId="{6B843C23-A14A-4F18-8640-43066E46C2BE}" srcOrd="0" destOrd="0" parTransId="{AE32166A-DDC1-4594-96B7-BE37218A7962}" sibTransId="{C1DC1357-F87F-451C-B828-2F2C231EB6BF}"/>
    <dgm:cxn modelId="{A6D9DC7D-F9FA-443E-A324-3EAC09E4F751}" type="presOf" srcId="{A057F344-1601-4B22-9773-30FAB905CD74}" destId="{F96F9B4F-5C38-4BDD-B4AE-1B26EBB695A5}" srcOrd="0" destOrd="1" presId="urn:microsoft.com/office/officeart/2005/8/layout/hProcess11"/>
    <dgm:cxn modelId="{D10D15B2-6CC2-4CBC-945E-A40AD8812B3D}" type="presOf" srcId="{09534B0C-4B53-4A09-A7C3-13F1CA98D6F0}" destId="{81756281-283D-48AD-A37D-DB0BAFFF2EBF}" srcOrd="0" destOrd="3" presId="urn:microsoft.com/office/officeart/2005/8/layout/hProcess11"/>
    <dgm:cxn modelId="{BCCFFCBE-0107-49F4-AB7C-22FBB1E1D043}" srcId="{DD93C7B7-CCB5-4F66-B86F-A844CFD63F13}" destId="{9CE7C983-7A57-4D96-BB97-63B7E28C3C71}" srcOrd="0" destOrd="0" parTransId="{A8A1C9C2-F1A9-42C8-AB1E-20ACE451E72E}" sibTransId="{225602D5-8749-47FF-B19A-B218ABAA70C7}"/>
    <dgm:cxn modelId="{FE82D0CF-61D2-44B6-BF47-E211BF494D0D}" type="presOf" srcId="{5C2B23DE-12A9-4754-A601-0F9E63252331}" destId="{522914E9-5834-47D9-B84F-86E9673D2F4B}" srcOrd="0" destOrd="2" presId="urn:microsoft.com/office/officeart/2005/8/layout/hProcess11"/>
    <dgm:cxn modelId="{FDFFF1D0-D4BD-4C25-8A6D-8FCF71CECAB6}" type="presOf" srcId="{1547CDBB-5625-4149-9D1E-70FEF081EF11}" destId="{522914E9-5834-47D9-B84F-86E9673D2F4B}" srcOrd="0" destOrd="3" presId="urn:microsoft.com/office/officeart/2005/8/layout/hProcess11"/>
    <dgm:cxn modelId="{B3617EDB-FC26-4675-A8F8-DD825E7C7AEC}" srcId="{6B843C23-A14A-4F18-8640-43066E46C2BE}" destId="{5C2B23DE-12A9-4754-A601-0F9E63252331}" srcOrd="1" destOrd="0" parTransId="{1A164CDE-F78C-4D48-AABD-21B0AD116476}" sibTransId="{DE32CEA4-9625-4DBA-B37A-5BBFC1B76C25}"/>
    <dgm:cxn modelId="{0E6F7EDD-2A83-49E7-A04F-05FC91B50E33}" type="presOf" srcId="{9CE7C983-7A57-4D96-BB97-63B7E28C3C71}" destId="{81756281-283D-48AD-A37D-DB0BAFFF2EBF}" srcOrd="0" destOrd="1" presId="urn:microsoft.com/office/officeart/2005/8/layout/hProcess11"/>
    <dgm:cxn modelId="{50D7D5E7-1CE4-4E42-9B32-235182B5FDA4}" type="presOf" srcId="{8456D8CF-0924-4E52-A16D-540694812563}" destId="{F96F9B4F-5C38-4BDD-B4AE-1B26EBB695A5}" srcOrd="0" destOrd="3" presId="urn:microsoft.com/office/officeart/2005/8/layout/hProcess11"/>
    <dgm:cxn modelId="{DF8A32E9-B868-4F52-83F0-F69C79309221}" type="presOf" srcId="{DD93C7B7-CCB5-4F66-B86F-A844CFD63F13}" destId="{81756281-283D-48AD-A37D-DB0BAFFF2EBF}" srcOrd="0" destOrd="0" presId="urn:microsoft.com/office/officeart/2005/8/layout/hProcess11"/>
    <dgm:cxn modelId="{7D178EEA-B804-428F-AF92-2239AC8BDB6C}" srcId="{6A19D41B-E5A1-4612-B535-03953F2858AE}" destId="{DD93C7B7-CCB5-4F66-B86F-A844CFD63F13}" srcOrd="2" destOrd="0" parTransId="{257A7286-D557-4851-AEDA-6AE938763C32}" sibTransId="{217DEF0F-A623-467F-9876-039BFA0C3E68}"/>
    <dgm:cxn modelId="{3BB5510C-5EB9-4AE7-B0F5-46FB54091032}" type="presParOf" srcId="{706068B0-51FB-48C8-91B4-D64D28642B3C}" destId="{B7745D04-B82D-4822-AB18-706FEBC9A907}" srcOrd="0" destOrd="0" presId="urn:microsoft.com/office/officeart/2005/8/layout/hProcess11"/>
    <dgm:cxn modelId="{6C17A6A1-79E3-4E2D-9B8B-0939D3292C8D}" type="presParOf" srcId="{706068B0-51FB-48C8-91B4-D64D28642B3C}" destId="{D9FD3DB9-49AB-494E-91E5-14EA38D662F5}" srcOrd="1" destOrd="0" presId="urn:microsoft.com/office/officeart/2005/8/layout/hProcess11"/>
    <dgm:cxn modelId="{3F9C3094-173E-4C2D-B3B5-9B199BC58A24}" type="presParOf" srcId="{D9FD3DB9-49AB-494E-91E5-14EA38D662F5}" destId="{837F2ECC-B039-404E-AD0C-B9DB20F8C13B}" srcOrd="0" destOrd="0" presId="urn:microsoft.com/office/officeart/2005/8/layout/hProcess11"/>
    <dgm:cxn modelId="{D82C28E0-D278-48F8-9B8F-5B7D6F2A1AF3}" type="presParOf" srcId="{837F2ECC-B039-404E-AD0C-B9DB20F8C13B}" destId="{522914E9-5834-47D9-B84F-86E9673D2F4B}" srcOrd="0" destOrd="0" presId="urn:microsoft.com/office/officeart/2005/8/layout/hProcess11"/>
    <dgm:cxn modelId="{D81370D1-ADEC-4099-AD87-E47313DE0B4D}" type="presParOf" srcId="{837F2ECC-B039-404E-AD0C-B9DB20F8C13B}" destId="{CE28C4F9-3215-4E7F-BA2E-000ED1C1AAF9}" srcOrd="1" destOrd="0" presId="urn:microsoft.com/office/officeart/2005/8/layout/hProcess11"/>
    <dgm:cxn modelId="{0B9198B2-72F1-4F77-8CDD-408AA655F0A8}" type="presParOf" srcId="{837F2ECC-B039-404E-AD0C-B9DB20F8C13B}" destId="{53E9D12B-F794-4843-BEDF-4E19B07F82B7}" srcOrd="2" destOrd="0" presId="urn:microsoft.com/office/officeart/2005/8/layout/hProcess11"/>
    <dgm:cxn modelId="{EAEB211F-35F0-4262-937E-0FEA9D242F5E}" type="presParOf" srcId="{D9FD3DB9-49AB-494E-91E5-14EA38D662F5}" destId="{04634AF2-E2CA-4DC8-A314-6AFFB4739359}" srcOrd="1" destOrd="0" presId="urn:microsoft.com/office/officeart/2005/8/layout/hProcess11"/>
    <dgm:cxn modelId="{776E5665-949E-4FEB-B27C-705411DB34EA}" type="presParOf" srcId="{D9FD3DB9-49AB-494E-91E5-14EA38D662F5}" destId="{552FCC97-A746-4E55-8C20-BBEFD5BE6126}" srcOrd="2" destOrd="0" presId="urn:microsoft.com/office/officeart/2005/8/layout/hProcess11"/>
    <dgm:cxn modelId="{87FBA191-C08A-41C6-B910-8712421837BD}" type="presParOf" srcId="{552FCC97-A746-4E55-8C20-BBEFD5BE6126}" destId="{F96F9B4F-5C38-4BDD-B4AE-1B26EBB695A5}" srcOrd="0" destOrd="0" presId="urn:microsoft.com/office/officeart/2005/8/layout/hProcess11"/>
    <dgm:cxn modelId="{4ADE572D-12EF-49A7-ADEA-244286F64087}" type="presParOf" srcId="{552FCC97-A746-4E55-8C20-BBEFD5BE6126}" destId="{E3573C79-CC8E-4DB8-ABD0-9793DD131B86}" srcOrd="1" destOrd="0" presId="urn:microsoft.com/office/officeart/2005/8/layout/hProcess11"/>
    <dgm:cxn modelId="{DD675EE7-48B7-424A-9302-994C60838276}" type="presParOf" srcId="{552FCC97-A746-4E55-8C20-BBEFD5BE6126}" destId="{2E1C4957-8B42-4B55-A29B-E21F9604866F}" srcOrd="2" destOrd="0" presId="urn:microsoft.com/office/officeart/2005/8/layout/hProcess11"/>
    <dgm:cxn modelId="{B8FBC7F7-0D25-4C4B-BE3B-E5C4E045F119}" type="presParOf" srcId="{D9FD3DB9-49AB-494E-91E5-14EA38D662F5}" destId="{8535BFF7-4DF3-46E9-BFF6-553C0363CC98}" srcOrd="3" destOrd="0" presId="urn:microsoft.com/office/officeart/2005/8/layout/hProcess11"/>
    <dgm:cxn modelId="{2B184DEE-001A-4216-BFA4-4DFB611CC62C}" type="presParOf" srcId="{D9FD3DB9-49AB-494E-91E5-14EA38D662F5}" destId="{58747001-FE05-422A-B537-A30D1A7A6BC9}" srcOrd="4" destOrd="0" presId="urn:microsoft.com/office/officeart/2005/8/layout/hProcess11"/>
    <dgm:cxn modelId="{8A126B0D-743F-4FEB-B08D-013349106D8B}" type="presParOf" srcId="{58747001-FE05-422A-B537-A30D1A7A6BC9}" destId="{81756281-283D-48AD-A37D-DB0BAFFF2EBF}" srcOrd="0" destOrd="0" presId="urn:microsoft.com/office/officeart/2005/8/layout/hProcess11"/>
    <dgm:cxn modelId="{95565DFE-F133-4C43-BDC1-38D99FD8066C}" type="presParOf" srcId="{58747001-FE05-422A-B537-A30D1A7A6BC9}" destId="{093B8CD6-1C75-4CE3-9D89-A73EFE159D95}" srcOrd="1" destOrd="0" presId="urn:microsoft.com/office/officeart/2005/8/layout/hProcess11"/>
    <dgm:cxn modelId="{A43B2285-0960-4C08-89F5-B2FA8FBAC1FC}" type="presParOf" srcId="{58747001-FE05-422A-B537-A30D1A7A6BC9}" destId="{523BDDA2-EED8-4A25-9485-F5B379E3AA30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C285CDB-2CDA-4914-85FD-02D34663CA4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9A93B3-4575-478D-B235-16B9EDC3A225}">
      <dgm:prSet/>
      <dgm:spPr/>
      <dgm:t>
        <a:bodyPr/>
        <a:lstStyle/>
        <a:p>
          <a:r>
            <a:rPr lang="en-US" b="1"/>
            <a:t>FUNCTION CALLING</a:t>
          </a:r>
        </a:p>
      </dgm:t>
    </dgm:pt>
    <dgm:pt modelId="{824B96A8-AF5E-461F-9B91-406DE25F85A3}" type="parTrans" cxnId="{FEBBB066-D4DF-48FB-957D-3143F457A373}">
      <dgm:prSet/>
      <dgm:spPr/>
      <dgm:t>
        <a:bodyPr/>
        <a:lstStyle/>
        <a:p>
          <a:endParaRPr lang="en-US"/>
        </a:p>
      </dgm:t>
    </dgm:pt>
    <dgm:pt modelId="{7D7A3671-335D-4D54-8B2A-043DC1CC8449}" type="sibTrans" cxnId="{FEBBB066-D4DF-48FB-957D-3143F457A373}">
      <dgm:prSet/>
      <dgm:spPr/>
      <dgm:t>
        <a:bodyPr/>
        <a:lstStyle/>
        <a:p>
          <a:endParaRPr lang="en-US"/>
        </a:p>
      </dgm:t>
    </dgm:pt>
    <dgm:pt modelId="{EA2F2EC8-48EC-4D59-AF5F-167FD25B81A2}">
      <dgm:prSet/>
      <dgm:spPr/>
      <dgm:t>
        <a:bodyPr/>
        <a:lstStyle/>
        <a:p>
          <a:pPr>
            <a:spcAft>
              <a:spcPts val="0"/>
            </a:spcAft>
            <a:buFont typeface="Arial" panose="020B0604020202020204" pitchFamily="34" charset="0"/>
            <a:buChar char="•"/>
          </a:pPr>
          <a:r>
            <a:rPr lang="vi-VN"/>
            <a:t>Kỹ thuật cho phép AI gọi hàm để tác động lên giao diện</a:t>
          </a:r>
          <a:endParaRPr lang="en-US"/>
        </a:p>
      </dgm:t>
    </dgm:pt>
    <dgm:pt modelId="{34BDDF89-6D50-404D-B1E4-EB2B82212C1D}" type="parTrans" cxnId="{F185CF7C-1ABD-4217-AFB0-EE622E3B56DA}">
      <dgm:prSet/>
      <dgm:spPr/>
      <dgm:t>
        <a:bodyPr/>
        <a:lstStyle/>
        <a:p>
          <a:endParaRPr lang="en-US"/>
        </a:p>
      </dgm:t>
    </dgm:pt>
    <dgm:pt modelId="{5E711248-B616-45EE-AC78-439A7411E603}" type="sibTrans" cxnId="{F185CF7C-1ABD-4217-AFB0-EE622E3B56DA}">
      <dgm:prSet/>
      <dgm:spPr/>
      <dgm:t>
        <a:bodyPr/>
        <a:lstStyle/>
        <a:p>
          <a:endParaRPr lang="en-US"/>
        </a:p>
      </dgm:t>
    </dgm:pt>
    <dgm:pt modelId="{9493CF12-7421-4C0B-8EC0-9D1AA3B44B16}">
      <dgm:prSet/>
      <dgm:spPr/>
      <dgm:t>
        <a:bodyPr/>
        <a:lstStyle/>
        <a:p>
          <a:pPr>
            <a:spcAft>
              <a:spcPts val="0"/>
            </a:spcAft>
            <a:buFont typeface="Arial" panose="020B0604020202020204" pitchFamily="34" charset="0"/>
            <a:buChar char="•"/>
          </a:pPr>
          <a:r>
            <a:rPr lang="vi-VN"/>
            <a:t>Ví dụ: Người dùng hỏi "Thư viện ở đâu?" → AI trả lời </a:t>
          </a:r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/>
            <a:t> </a:t>
          </a:r>
          <a:r>
            <a:rPr lang="vi-VN"/>
            <a:t>gọi hàm chuyển cảnh đến Thư viện</a:t>
          </a:r>
          <a:endParaRPr lang="en-US"/>
        </a:p>
      </dgm:t>
    </dgm:pt>
    <dgm:pt modelId="{B2DF306A-4198-481E-9B21-570E7E5C2644}" type="parTrans" cxnId="{4F499E37-2E02-455E-87DD-56161B5F3EE7}">
      <dgm:prSet/>
      <dgm:spPr/>
      <dgm:t>
        <a:bodyPr/>
        <a:lstStyle/>
        <a:p>
          <a:endParaRPr lang="en-US"/>
        </a:p>
      </dgm:t>
    </dgm:pt>
    <dgm:pt modelId="{A36F8AF7-0AB5-4B7E-8372-0F19FFB8197B}" type="sibTrans" cxnId="{4F499E37-2E02-455E-87DD-56161B5F3EE7}">
      <dgm:prSet/>
      <dgm:spPr/>
      <dgm:t>
        <a:bodyPr/>
        <a:lstStyle/>
        <a:p>
          <a:endParaRPr lang="en-US"/>
        </a:p>
      </dgm:t>
    </dgm:pt>
    <dgm:pt modelId="{55FCA3EE-103E-42FD-885B-E74B05E72BD5}">
      <dgm:prSet/>
      <dgm:spPr/>
      <dgm:t>
        <a:bodyPr/>
        <a:lstStyle/>
        <a:p>
          <a:pPr>
            <a:spcAft>
              <a:spcPts val="0"/>
            </a:spcAft>
          </a:pPr>
          <a:r>
            <a:rPr lang="vi-VN" b="1"/>
            <a:t>RAG</a:t>
          </a:r>
          <a:endParaRPr lang="en-US"/>
        </a:p>
      </dgm:t>
    </dgm:pt>
    <dgm:pt modelId="{B908C48E-98BD-470D-8641-E0BB1F12D056}" type="parTrans" cxnId="{DFC86B13-35CE-4015-8422-72C932953AE2}">
      <dgm:prSet/>
      <dgm:spPr/>
      <dgm:t>
        <a:bodyPr/>
        <a:lstStyle/>
        <a:p>
          <a:endParaRPr lang="en-US"/>
        </a:p>
      </dgm:t>
    </dgm:pt>
    <dgm:pt modelId="{8186A839-A8B4-412E-923D-B97934EDDC30}" type="sibTrans" cxnId="{DFC86B13-35CE-4015-8422-72C932953AE2}">
      <dgm:prSet/>
      <dgm:spPr/>
      <dgm:t>
        <a:bodyPr/>
        <a:lstStyle/>
        <a:p>
          <a:endParaRPr lang="en-US"/>
        </a:p>
      </dgm:t>
    </dgm:pt>
    <dgm:pt modelId="{67F19004-DDAD-4326-8E1E-5928AAD1C61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vi-VN"/>
            <a:t>Kỹ thuật giúp AI trả lời dựa trên tài liệu thật, không tự bịa</a:t>
          </a:r>
          <a:endParaRPr lang="en-US"/>
        </a:p>
      </dgm:t>
    </dgm:pt>
    <dgm:pt modelId="{F3DD9D32-5BAE-4971-B30D-DF01F67470C3}" type="parTrans" cxnId="{66FCCBE9-79EB-4DB0-96FF-7DA1BAD2892E}">
      <dgm:prSet/>
      <dgm:spPr/>
      <dgm:t>
        <a:bodyPr/>
        <a:lstStyle/>
        <a:p>
          <a:endParaRPr lang="en-US"/>
        </a:p>
      </dgm:t>
    </dgm:pt>
    <dgm:pt modelId="{1FE1F348-6DBB-4CE7-8132-2371756F10BB}" type="sibTrans" cxnId="{66FCCBE9-79EB-4DB0-96FF-7DA1BAD2892E}">
      <dgm:prSet/>
      <dgm:spPr/>
      <dgm:t>
        <a:bodyPr/>
        <a:lstStyle/>
        <a:p>
          <a:endParaRPr lang="en-US"/>
        </a:p>
      </dgm:t>
    </dgm:pt>
    <dgm:pt modelId="{A9D51975-52A3-478A-AB11-AAC46447901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vi-VN"/>
            <a:t>Quy trình:</a:t>
          </a:r>
          <a:r>
            <a:rPr lang="en-US"/>
            <a:t> </a:t>
          </a:r>
          <a:r>
            <a:rPr lang="vi-VN"/>
            <a:t>Câu hỏi → Tìm đoạn tài liệu liên quan</a:t>
          </a:r>
          <a:r>
            <a:rPr lang="en-US"/>
            <a:t>	  </a:t>
          </a:r>
          <a:r>
            <a:rPr lang="vi-VN"/>
            <a:t> → Đưa vào AI làm ngữ cảnh → Sinh câu trả lời</a:t>
          </a:r>
          <a:endParaRPr lang="en-US"/>
        </a:p>
      </dgm:t>
    </dgm:pt>
    <dgm:pt modelId="{443D3D72-BBDA-43D0-BA68-76462504912A}" type="parTrans" cxnId="{26E3F77F-C210-46BA-9555-A1B4D2BCBA4B}">
      <dgm:prSet/>
      <dgm:spPr/>
      <dgm:t>
        <a:bodyPr/>
        <a:lstStyle/>
        <a:p>
          <a:endParaRPr lang="en-US"/>
        </a:p>
      </dgm:t>
    </dgm:pt>
    <dgm:pt modelId="{7D08D0B9-829E-4606-AA77-ED5402B0E7AC}" type="sibTrans" cxnId="{26E3F77F-C210-46BA-9555-A1B4D2BCBA4B}">
      <dgm:prSet/>
      <dgm:spPr/>
      <dgm:t>
        <a:bodyPr/>
        <a:lstStyle/>
        <a:p>
          <a:endParaRPr lang="en-US"/>
        </a:p>
      </dgm:t>
    </dgm:pt>
    <dgm:pt modelId="{4987DE09-B173-49DC-B90C-11CB4BAB4D2C}" type="pres">
      <dgm:prSet presAssocID="{0C285CDB-2CDA-4914-85FD-02D34663CA4C}" presName="linear" presStyleCnt="0">
        <dgm:presLayoutVars>
          <dgm:dir/>
          <dgm:animLvl val="lvl"/>
          <dgm:resizeHandles val="exact"/>
        </dgm:presLayoutVars>
      </dgm:prSet>
      <dgm:spPr/>
    </dgm:pt>
    <dgm:pt modelId="{03000C2C-1DEB-4BC4-8DDF-B2BA52C8E514}" type="pres">
      <dgm:prSet presAssocID="{B49A93B3-4575-478D-B235-16B9EDC3A225}" presName="parentLin" presStyleCnt="0"/>
      <dgm:spPr/>
    </dgm:pt>
    <dgm:pt modelId="{45375351-BA43-43F3-AE5E-D7EDEBE304B2}" type="pres">
      <dgm:prSet presAssocID="{B49A93B3-4575-478D-B235-16B9EDC3A225}" presName="parentLeftMargin" presStyleLbl="node1" presStyleIdx="0" presStyleCnt="2"/>
      <dgm:spPr/>
    </dgm:pt>
    <dgm:pt modelId="{3C9EFF13-A348-47B2-8A1C-86D4ED1A3F9E}" type="pres">
      <dgm:prSet presAssocID="{B49A93B3-4575-478D-B235-16B9EDC3A22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D949A46-CFCB-494D-90DB-1C1A47565CDA}" type="pres">
      <dgm:prSet presAssocID="{B49A93B3-4575-478D-B235-16B9EDC3A225}" presName="negativeSpace" presStyleCnt="0"/>
      <dgm:spPr/>
    </dgm:pt>
    <dgm:pt modelId="{2CB81C7D-BF2D-4057-A55B-CBCC76EDC77C}" type="pres">
      <dgm:prSet presAssocID="{B49A93B3-4575-478D-B235-16B9EDC3A225}" presName="childText" presStyleLbl="conFgAcc1" presStyleIdx="0" presStyleCnt="2">
        <dgm:presLayoutVars>
          <dgm:bulletEnabled val="1"/>
        </dgm:presLayoutVars>
      </dgm:prSet>
      <dgm:spPr/>
    </dgm:pt>
    <dgm:pt modelId="{F9E4433E-0C99-43D4-92C6-5D68B12332EB}" type="pres">
      <dgm:prSet presAssocID="{7D7A3671-335D-4D54-8B2A-043DC1CC8449}" presName="spaceBetweenRectangles" presStyleCnt="0"/>
      <dgm:spPr/>
    </dgm:pt>
    <dgm:pt modelId="{49375596-D3AB-46F4-90C6-4466AC93BBC5}" type="pres">
      <dgm:prSet presAssocID="{55FCA3EE-103E-42FD-885B-E74B05E72BD5}" presName="parentLin" presStyleCnt="0"/>
      <dgm:spPr/>
    </dgm:pt>
    <dgm:pt modelId="{DAF12FCA-26FC-49FA-BF1D-C519FC16C133}" type="pres">
      <dgm:prSet presAssocID="{55FCA3EE-103E-42FD-885B-E74B05E72BD5}" presName="parentLeftMargin" presStyleLbl="node1" presStyleIdx="0" presStyleCnt="2"/>
      <dgm:spPr/>
    </dgm:pt>
    <dgm:pt modelId="{FE71422C-DC79-4CA7-A620-7A7952DB40C1}" type="pres">
      <dgm:prSet presAssocID="{55FCA3EE-103E-42FD-885B-E74B05E72BD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6D25D84-D099-4FE1-9962-79A71CBB9912}" type="pres">
      <dgm:prSet presAssocID="{55FCA3EE-103E-42FD-885B-E74B05E72BD5}" presName="negativeSpace" presStyleCnt="0"/>
      <dgm:spPr/>
    </dgm:pt>
    <dgm:pt modelId="{4D992CD6-D94E-4969-A871-476F5BF2AA3B}" type="pres">
      <dgm:prSet presAssocID="{55FCA3EE-103E-42FD-885B-E74B05E72BD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FC86B13-35CE-4015-8422-72C932953AE2}" srcId="{0C285CDB-2CDA-4914-85FD-02D34663CA4C}" destId="{55FCA3EE-103E-42FD-885B-E74B05E72BD5}" srcOrd="1" destOrd="0" parTransId="{B908C48E-98BD-470D-8641-E0BB1F12D056}" sibTransId="{8186A839-A8B4-412E-923D-B97934EDDC30}"/>
    <dgm:cxn modelId="{62F9002B-DA8B-4D5B-BBF9-6DD6A8C121EC}" type="presOf" srcId="{B49A93B3-4575-478D-B235-16B9EDC3A225}" destId="{45375351-BA43-43F3-AE5E-D7EDEBE304B2}" srcOrd="0" destOrd="0" presId="urn:microsoft.com/office/officeart/2005/8/layout/list1"/>
    <dgm:cxn modelId="{4F499E37-2E02-455E-87DD-56161B5F3EE7}" srcId="{B49A93B3-4575-478D-B235-16B9EDC3A225}" destId="{9493CF12-7421-4C0B-8EC0-9D1AA3B44B16}" srcOrd="1" destOrd="0" parTransId="{B2DF306A-4198-481E-9B21-570E7E5C2644}" sibTransId="{A36F8AF7-0AB5-4B7E-8372-0F19FFB8197B}"/>
    <dgm:cxn modelId="{E798633D-B405-45B0-8FAD-52416A64252E}" type="presOf" srcId="{9493CF12-7421-4C0B-8EC0-9D1AA3B44B16}" destId="{2CB81C7D-BF2D-4057-A55B-CBCC76EDC77C}" srcOrd="0" destOrd="1" presId="urn:microsoft.com/office/officeart/2005/8/layout/list1"/>
    <dgm:cxn modelId="{FEBBB066-D4DF-48FB-957D-3143F457A373}" srcId="{0C285CDB-2CDA-4914-85FD-02D34663CA4C}" destId="{B49A93B3-4575-478D-B235-16B9EDC3A225}" srcOrd="0" destOrd="0" parTransId="{824B96A8-AF5E-461F-9B91-406DE25F85A3}" sibTransId="{7D7A3671-335D-4D54-8B2A-043DC1CC8449}"/>
    <dgm:cxn modelId="{A9D44A54-25C2-499C-924B-29283E54E9CC}" type="presOf" srcId="{55FCA3EE-103E-42FD-885B-E74B05E72BD5}" destId="{FE71422C-DC79-4CA7-A620-7A7952DB40C1}" srcOrd="1" destOrd="0" presId="urn:microsoft.com/office/officeart/2005/8/layout/list1"/>
    <dgm:cxn modelId="{F185CF7C-1ABD-4217-AFB0-EE622E3B56DA}" srcId="{B49A93B3-4575-478D-B235-16B9EDC3A225}" destId="{EA2F2EC8-48EC-4D59-AF5F-167FD25B81A2}" srcOrd="0" destOrd="0" parTransId="{34BDDF89-6D50-404D-B1E4-EB2B82212C1D}" sibTransId="{5E711248-B616-45EE-AC78-439A7411E603}"/>
    <dgm:cxn modelId="{26E3F77F-C210-46BA-9555-A1B4D2BCBA4B}" srcId="{55FCA3EE-103E-42FD-885B-E74B05E72BD5}" destId="{A9D51975-52A3-478A-AB11-AAC46447901F}" srcOrd="1" destOrd="0" parTransId="{443D3D72-BBDA-43D0-BA68-76462504912A}" sibTransId="{7D08D0B9-829E-4606-AA77-ED5402B0E7AC}"/>
    <dgm:cxn modelId="{E97BA59D-8E53-4ECE-A407-F152E9FCEE67}" type="presOf" srcId="{EA2F2EC8-48EC-4D59-AF5F-167FD25B81A2}" destId="{2CB81C7D-BF2D-4057-A55B-CBCC76EDC77C}" srcOrd="0" destOrd="0" presId="urn:microsoft.com/office/officeart/2005/8/layout/list1"/>
    <dgm:cxn modelId="{663A87AF-830E-4359-A166-159C85B2C3CD}" type="presOf" srcId="{A9D51975-52A3-478A-AB11-AAC46447901F}" destId="{4D992CD6-D94E-4969-A871-476F5BF2AA3B}" srcOrd="0" destOrd="1" presId="urn:microsoft.com/office/officeart/2005/8/layout/list1"/>
    <dgm:cxn modelId="{28C74CD1-8DED-468F-8F24-A1BFDADE14DB}" type="presOf" srcId="{B49A93B3-4575-478D-B235-16B9EDC3A225}" destId="{3C9EFF13-A348-47B2-8A1C-86D4ED1A3F9E}" srcOrd="1" destOrd="0" presId="urn:microsoft.com/office/officeart/2005/8/layout/list1"/>
    <dgm:cxn modelId="{850FA7D9-7FC3-46A9-8FD7-7B05E53F4379}" type="presOf" srcId="{0C285CDB-2CDA-4914-85FD-02D34663CA4C}" destId="{4987DE09-B173-49DC-B90C-11CB4BAB4D2C}" srcOrd="0" destOrd="0" presId="urn:microsoft.com/office/officeart/2005/8/layout/list1"/>
    <dgm:cxn modelId="{66FCCBE9-79EB-4DB0-96FF-7DA1BAD2892E}" srcId="{55FCA3EE-103E-42FD-885B-E74B05E72BD5}" destId="{67F19004-DDAD-4326-8E1E-5928AAD1C61E}" srcOrd="0" destOrd="0" parTransId="{F3DD9D32-5BAE-4971-B30D-DF01F67470C3}" sibTransId="{1FE1F348-6DBB-4CE7-8132-2371756F10BB}"/>
    <dgm:cxn modelId="{BFB81DEA-075E-4A59-B6A4-D1B0463059AC}" type="presOf" srcId="{55FCA3EE-103E-42FD-885B-E74B05E72BD5}" destId="{DAF12FCA-26FC-49FA-BF1D-C519FC16C133}" srcOrd="0" destOrd="0" presId="urn:microsoft.com/office/officeart/2005/8/layout/list1"/>
    <dgm:cxn modelId="{3AC6B3FC-2FBF-4AF6-8930-8D8129F8782D}" type="presOf" srcId="{67F19004-DDAD-4326-8E1E-5928AAD1C61E}" destId="{4D992CD6-D94E-4969-A871-476F5BF2AA3B}" srcOrd="0" destOrd="0" presId="urn:microsoft.com/office/officeart/2005/8/layout/list1"/>
    <dgm:cxn modelId="{1F64FE90-8ADB-45A5-AE66-00159652A163}" type="presParOf" srcId="{4987DE09-B173-49DC-B90C-11CB4BAB4D2C}" destId="{03000C2C-1DEB-4BC4-8DDF-B2BA52C8E514}" srcOrd="0" destOrd="0" presId="urn:microsoft.com/office/officeart/2005/8/layout/list1"/>
    <dgm:cxn modelId="{669E672F-8857-4136-9F76-C9B119B23694}" type="presParOf" srcId="{03000C2C-1DEB-4BC4-8DDF-B2BA52C8E514}" destId="{45375351-BA43-43F3-AE5E-D7EDEBE304B2}" srcOrd="0" destOrd="0" presId="urn:microsoft.com/office/officeart/2005/8/layout/list1"/>
    <dgm:cxn modelId="{CBD11EE6-235A-49C2-8A71-A6E263EF0228}" type="presParOf" srcId="{03000C2C-1DEB-4BC4-8DDF-B2BA52C8E514}" destId="{3C9EFF13-A348-47B2-8A1C-86D4ED1A3F9E}" srcOrd="1" destOrd="0" presId="urn:microsoft.com/office/officeart/2005/8/layout/list1"/>
    <dgm:cxn modelId="{ECCDE879-CB18-4B88-ADB4-6B79D82A799D}" type="presParOf" srcId="{4987DE09-B173-49DC-B90C-11CB4BAB4D2C}" destId="{5D949A46-CFCB-494D-90DB-1C1A47565CDA}" srcOrd="1" destOrd="0" presId="urn:microsoft.com/office/officeart/2005/8/layout/list1"/>
    <dgm:cxn modelId="{67614B97-4104-4254-9B1F-1EE13ED0D926}" type="presParOf" srcId="{4987DE09-B173-49DC-B90C-11CB4BAB4D2C}" destId="{2CB81C7D-BF2D-4057-A55B-CBCC76EDC77C}" srcOrd="2" destOrd="0" presId="urn:microsoft.com/office/officeart/2005/8/layout/list1"/>
    <dgm:cxn modelId="{520E9A83-7C89-45EF-8676-0D68B1AAAE35}" type="presParOf" srcId="{4987DE09-B173-49DC-B90C-11CB4BAB4D2C}" destId="{F9E4433E-0C99-43D4-92C6-5D68B12332EB}" srcOrd="3" destOrd="0" presId="urn:microsoft.com/office/officeart/2005/8/layout/list1"/>
    <dgm:cxn modelId="{D910A23E-E86F-4096-BE93-FC24630FB9E1}" type="presParOf" srcId="{4987DE09-B173-49DC-B90C-11CB4BAB4D2C}" destId="{49375596-D3AB-46F4-90C6-4466AC93BBC5}" srcOrd="4" destOrd="0" presId="urn:microsoft.com/office/officeart/2005/8/layout/list1"/>
    <dgm:cxn modelId="{C7C1580F-368D-4012-B9C8-6E20D6FF9A7D}" type="presParOf" srcId="{49375596-D3AB-46F4-90C6-4466AC93BBC5}" destId="{DAF12FCA-26FC-49FA-BF1D-C519FC16C133}" srcOrd="0" destOrd="0" presId="urn:microsoft.com/office/officeart/2005/8/layout/list1"/>
    <dgm:cxn modelId="{1F407E72-339C-4C6A-BC42-254E5809680F}" type="presParOf" srcId="{49375596-D3AB-46F4-90C6-4466AC93BBC5}" destId="{FE71422C-DC79-4CA7-A620-7A7952DB40C1}" srcOrd="1" destOrd="0" presId="urn:microsoft.com/office/officeart/2005/8/layout/list1"/>
    <dgm:cxn modelId="{6AB66AFA-2CF4-4F34-9B94-D05E597D0E77}" type="presParOf" srcId="{4987DE09-B173-49DC-B90C-11CB4BAB4D2C}" destId="{86D25D84-D099-4FE1-9962-79A71CBB9912}" srcOrd="5" destOrd="0" presId="urn:microsoft.com/office/officeart/2005/8/layout/list1"/>
    <dgm:cxn modelId="{D0CDA07F-8A8E-48F0-82C6-1EFB28C11589}" type="presParOf" srcId="{4987DE09-B173-49DC-B90C-11CB4BAB4D2C}" destId="{4D992CD6-D94E-4969-A871-476F5BF2AA3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8DC038D-4A81-415D-A5D1-24074E3E6EE9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US"/>
        </a:p>
      </dgm:t>
    </dgm:pt>
    <dgm:pt modelId="{B93DF6D3-9914-4832-BC83-0E15C094C4A4}">
      <dgm:prSet/>
      <dgm:spPr/>
      <dgm:t>
        <a:bodyPr/>
        <a:lstStyle/>
        <a:p>
          <a:r>
            <a:rPr lang="vi-VN"/>
            <a:t>Frontend dùng Next.js, backend dùng FastAPI Python. AI Agent tích hợp Gemini API, tìm kiếm ngữ nghĩa qua pgvector trong PostgreSQL. File lưu trên Cloudflare R2.</a:t>
          </a:r>
          <a:endParaRPr lang="en-US"/>
        </a:p>
      </dgm:t>
    </dgm:pt>
    <dgm:pt modelId="{032C306D-29D5-4FBE-8C10-EF04C16FE258}" type="parTrans" cxnId="{DFE8D1D0-8018-4E07-9F73-29C8616487BA}">
      <dgm:prSet/>
      <dgm:spPr/>
      <dgm:t>
        <a:bodyPr/>
        <a:lstStyle/>
        <a:p>
          <a:endParaRPr lang="en-US"/>
        </a:p>
      </dgm:t>
    </dgm:pt>
    <dgm:pt modelId="{5DBAF694-EE8A-4C91-9F52-303902035923}" type="sibTrans" cxnId="{DFE8D1D0-8018-4E07-9F73-29C8616487BA}">
      <dgm:prSet/>
      <dgm:spPr/>
      <dgm:t>
        <a:bodyPr/>
        <a:lstStyle/>
        <a:p>
          <a:endParaRPr lang="en-US"/>
        </a:p>
      </dgm:t>
    </dgm:pt>
    <dgm:pt modelId="{21C14902-2BB7-4E2E-9ED8-A54916536552}" type="pres">
      <dgm:prSet presAssocID="{48DC038D-4A81-415D-A5D1-24074E3E6EE9}" presName="linear" presStyleCnt="0">
        <dgm:presLayoutVars>
          <dgm:animLvl val="lvl"/>
          <dgm:resizeHandles val="exact"/>
        </dgm:presLayoutVars>
      </dgm:prSet>
      <dgm:spPr/>
    </dgm:pt>
    <dgm:pt modelId="{89550F0B-7E2E-44E0-9AED-421399215A4A}" type="pres">
      <dgm:prSet presAssocID="{B93DF6D3-9914-4832-BC83-0E15C094C4A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D650349-AEC7-41F7-AE67-13DF67721F12}" type="presOf" srcId="{B93DF6D3-9914-4832-BC83-0E15C094C4A4}" destId="{89550F0B-7E2E-44E0-9AED-421399215A4A}" srcOrd="0" destOrd="0" presId="urn:microsoft.com/office/officeart/2005/8/layout/vList2"/>
    <dgm:cxn modelId="{DFE8D1D0-8018-4E07-9F73-29C8616487BA}" srcId="{48DC038D-4A81-415D-A5D1-24074E3E6EE9}" destId="{B93DF6D3-9914-4832-BC83-0E15C094C4A4}" srcOrd="0" destOrd="0" parTransId="{032C306D-29D5-4FBE-8C10-EF04C16FE258}" sibTransId="{5DBAF694-EE8A-4C91-9F52-303902035923}"/>
    <dgm:cxn modelId="{023ACDDC-2789-44A6-BF84-52D8CBBF806B}" type="presOf" srcId="{48DC038D-4A81-415D-A5D1-24074E3E6EE9}" destId="{21C14902-2BB7-4E2E-9ED8-A54916536552}" srcOrd="0" destOrd="0" presId="urn:microsoft.com/office/officeart/2005/8/layout/vList2"/>
    <dgm:cxn modelId="{73F577D0-8B33-4C70-AC18-E8476BA163E3}" type="presParOf" srcId="{21C14902-2BB7-4E2E-9ED8-A54916536552}" destId="{89550F0B-7E2E-44E0-9AED-421399215A4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3729417-F11C-4DDD-94BA-DE86D922C5B1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US"/>
        </a:p>
      </dgm:t>
    </dgm:pt>
    <dgm:pt modelId="{1089D1DF-B313-47A0-860C-E59F570DE41B}">
      <dgm:prSet custT="1"/>
      <dgm:spPr/>
      <dgm:t>
        <a:bodyPr/>
        <a:lstStyle/>
        <a:p>
          <a:r>
            <a:rPr lang="vi-VN" sz="2000"/>
            <a:t>AI Agent tự quyết định hành động phù hợp: trả lời, điều hướng, mở media</a:t>
          </a:r>
          <a:r>
            <a:rPr lang="en-US" sz="2000"/>
            <a:t> </a:t>
          </a:r>
          <a:r>
            <a:rPr lang="vi-VN" sz="2000"/>
            <a:t>hoặc tìm thêm tài liệu – tất cả trong cùng một lượt xử lý.</a:t>
          </a:r>
          <a:endParaRPr lang="en-US" sz="2000"/>
        </a:p>
      </dgm:t>
    </dgm:pt>
    <dgm:pt modelId="{D3113163-AB0A-4A52-8168-F1F987A817FC}" type="parTrans" cxnId="{84036A18-3F8D-44D6-AB00-307F91E6B245}">
      <dgm:prSet/>
      <dgm:spPr/>
      <dgm:t>
        <a:bodyPr/>
        <a:lstStyle/>
        <a:p>
          <a:endParaRPr lang="en-US"/>
        </a:p>
      </dgm:t>
    </dgm:pt>
    <dgm:pt modelId="{734E64EB-AA3C-4F4B-A033-70A075DEE599}" type="sibTrans" cxnId="{84036A18-3F8D-44D6-AB00-307F91E6B245}">
      <dgm:prSet/>
      <dgm:spPr/>
      <dgm:t>
        <a:bodyPr/>
        <a:lstStyle/>
        <a:p>
          <a:endParaRPr lang="en-US"/>
        </a:p>
      </dgm:t>
    </dgm:pt>
    <dgm:pt modelId="{90ABAF89-FBE5-4212-B61C-F2690BFFE2D0}" type="pres">
      <dgm:prSet presAssocID="{73729417-F11C-4DDD-94BA-DE86D922C5B1}" presName="linear" presStyleCnt="0">
        <dgm:presLayoutVars>
          <dgm:animLvl val="lvl"/>
          <dgm:resizeHandles val="exact"/>
        </dgm:presLayoutVars>
      </dgm:prSet>
      <dgm:spPr/>
    </dgm:pt>
    <dgm:pt modelId="{3527E8A1-90F9-48CA-A843-10D60200AABE}" type="pres">
      <dgm:prSet presAssocID="{1089D1DF-B313-47A0-860C-E59F570DE41B}" presName="parentText" presStyleLbl="node1" presStyleIdx="0" presStyleCnt="1" custLinFactNeighborX="-357" custLinFactNeighborY="9222">
        <dgm:presLayoutVars>
          <dgm:chMax val="0"/>
          <dgm:bulletEnabled val="1"/>
        </dgm:presLayoutVars>
      </dgm:prSet>
      <dgm:spPr/>
    </dgm:pt>
  </dgm:ptLst>
  <dgm:cxnLst>
    <dgm:cxn modelId="{84036A18-3F8D-44D6-AB00-307F91E6B245}" srcId="{73729417-F11C-4DDD-94BA-DE86D922C5B1}" destId="{1089D1DF-B313-47A0-860C-E59F570DE41B}" srcOrd="0" destOrd="0" parTransId="{D3113163-AB0A-4A52-8168-F1F987A817FC}" sibTransId="{734E64EB-AA3C-4F4B-A033-70A075DEE599}"/>
    <dgm:cxn modelId="{D44E2666-0B60-4477-A4C7-C5D5285F326C}" type="presOf" srcId="{1089D1DF-B313-47A0-860C-E59F570DE41B}" destId="{3527E8A1-90F9-48CA-A843-10D60200AABE}" srcOrd="0" destOrd="0" presId="urn:microsoft.com/office/officeart/2005/8/layout/vList2"/>
    <dgm:cxn modelId="{822061B7-D4F4-4169-B279-A0A97176B1C6}" type="presOf" srcId="{73729417-F11C-4DDD-94BA-DE86D922C5B1}" destId="{90ABAF89-FBE5-4212-B61C-F2690BFFE2D0}" srcOrd="0" destOrd="0" presId="urn:microsoft.com/office/officeart/2005/8/layout/vList2"/>
    <dgm:cxn modelId="{A8B870BF-0C85-417D-8B2B-08A237D09ABC}" type="presParOf" srcId="{90ABAF89-FBE5-4212-B61C-F2690BFFE2D0}" destId="{3527E8A1-90F9-48CA-A843-10D60200AAB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D0FBAFC-13B4-41BD-A4C2-E0BC79BE5FC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564533F-6402-4E90-93B8-3E63E98C3485}">
      <dgm:prSet custT="1"/>
      <dgm:spPr/>
      <dgm:t>
        <a:bodyPr/>
        <a:lstStyle/>
        <a:p>
          <a:r>
            <a:rPr lang="vi-VN" sz="3600"/>
            <a:t>AI Agent &amp; RAG</a:t>
          </a:r>
          <a:endParaRPr lang="en-US" sz="3600"/>
        </a:p>
      </dgm:t>
    </dgm:pt>
    <dgm:pt modelId="{A05C7487-CE23-46E0-97D5-549DD4112431}" type="parTrans" cxnId="{2B4315C1-3A80-44B8-AF31-8B820FC4F335}">
      <dgm:prSet/>
      <dgm:spPr/>
      <dgm:t>
        <a:bodyPr/>
        <a:lstStyle/>
        <a:p>
          <a:endParaRPr lang="en-US"/>
        </a:p>
      </dgm:t>
    </dgm:pt>
    <dgm:pt modelId="{DAEFAA25-651D-459D-8A4A-134C67826D60}" type="sibTrans" cxnId="{2B4315C1-3A80-44B8-AF31-8B820FC4F335}">
      <dgm:prSet/>
      <dgm:spPr/>
      <dgm:t>
        <a:bodyPr/>
        <a:lstStyle/>
        <a:p>
          <a:endParaRPr lang="en-US"/>
        </a:p>
      </dgm:t>
    </dgm:pt>
    <dgm:pt modelId="{29CD1D34-BCF6-439C-97D3-967F9BE6F343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vi-VN" sz="2400"/>
            <a:t>12/13 câu đạt yêu cầu (92.3%)</a:t>
          </a:r>
          <a:endParaRPr lang="en-US" sz="2400"/>
        </a:p>
      </dgm:t>
    </dgm:pt>
    <dgm:pt modelId="{D9A5228B-5C39-4647-8091-0FFDD10598E0}" type="parTrans" cxnId="{0BB27DA0-459F-4001-9FF3-3386BEDF0AB1}">
      <dgm:prSet/>
      <dgm:spPr/>
      <dgm:t>
        <a:bodyPr/>
        <a:lstStyle/>
        <a:p>
          <a:endParaRPr lang="en-US"/>
        </a:p>
      </dgm:t>
    </dgm:pt>
    <dgm:pt modelId="{DD27666B-800A-4F80-A99F-1CE83218015A}" type="sibTrans" cxnId="{0BB27DA0-459F-4001-9FF3-3386BEDF0AB1}">
      <dgm:prSet/>
      <dgm:spPr/>
      <dgm:t>
        <a:bodyPr/>
        <a:lstStyle/>
        <a:p>
          <a:endParaRPr lang="en-US"/>
        </a:p>
      </dgm:t>
    </dgm:pt>
    <dgm:pt modelId="{701EC003-ED7F-497A-B0CC-CD71EE774E50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vi-VN" sz="2400"/>
            <a:t>Thời gian xử lý TB: ~3,1 giây</a:t>
          </a:r>
          <a:endParaRPr lang="en-US" sz="2400"/>
        </a:p>
      </dgm:t>
    </dgm:pt>
    <dgm:pt modelId="{B9B28A4C-9492-42B8-946F-F8D168761AC6}" type="parTrans" cxnId="{92E5A8F0-1FD6-4E74-AF60-1F130225AF6C}">
      <dgm:prSet/>
      <dgm:spPr/>
      <dgm:t>
        <a:bodyPr/>
        <a:lstStyle/>
        <a:p>
          <a:endParaRPr lang="en-US"/>
        </a:p>
      </dgm:t>
    </dgm:pt>
    <dgm:pt modelId="{E9602718-0C8D-474B-B45B-0E81F213F4F2}" type="sibTrans" cxnId="{92E5A8F0-1FD6-4E74-AF60-1F130225AF6C}">
      <dgm:prSet/>
      <dgm:spPr/>
      <dgm:t>
        <a:bodyPr/>
        <a:lstStyle/>
        <a:p>
          <a:endParaRPr lang="en-US"/>
        </a:p>
      </dgm:t>
    </dgm:pt>
    <dgm:pt modelId="{AB6EC998-E786-4B22-A108-4819C7184176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vi-VN" sz="2400"/>
            <a:t>TB 5,38 nguồn tài liệu/câu trả lời</a:t>
          </a:r>
          <a:endParaRPr lang="en-US" sz="2400"/>
        </a:p>
      </dgm:t>
    </dgm:pt>
    <dgm:pt modelId="{13216938-2FFB-424A-BEFA-8A9038E9400D}" type="parTrans" cxnId="{3A47CB24-3B4C-4DD6-9FFB-FA8A77DC6CC8}">
      <dgm:prSet/>
      <dgm:spPr/>
      <dgm:t>
        <a:bodyPr/>
        <a:lstStyle/>
        <a:p>
          <a:endParaRPr lang="en-US"/>
        </a:p>
      </dgm:t>
    </dgm:pt>
    <dgm:pt modelId="{6C96A3E0-B7E3-42A1-BD5C-A90CDCF157F0}" type="sibTrans" cxnId="{3A47CB24-3B4C-4DD6-9FFB-FA8A77DC6CC8}">
      <dgm:prSet/>
      <dgm:spPr/>
      <dgm:t>
        <a:bodyPr/>
        <a:lstStyle/>
        <a:p>
          <a:endParaRPr lang="en-US"/>
        </a:p>
      </dgm:t>
    </dgm:pt>
    <dgm:pt modelId="{E9184FC7-127A-411D-B346-88D21D1918E7}">
      <dgm:prSet custT="1"/>
      <dgm:spPr/>
      <dgm:t>
        <a:bodyPr/>
        <a:lstStyle/>
        <a:p>
          <a:r>
            <a:rPr lang="vi-VN" sz="3600"/>
            <a:t>Dẫn đường A*</a:t>
          </a:r>
          <a:endParaRPr lang="en-US" sz="3600"/>
        </a:p>
      </dgm:t>
    </dgm:pt>
    <dgm:pt modelId="{28D914A0-B0AF-4C13-AB66-DDDCB99FF9C0}" type="parTrans" cxnId="{40492230-A44D-461F-B0CF-97D3B4CA9DA7}">
      <dgm:prSet/>
      <dgm:spPr/>
      <dgm:t>
        <a:bodyPr/>
        <a:lstStyle/>
        <a:p>
          <a:endParaRPr lang="en-US"/>
        </a:p>
      </dgm:t>
    </dgm:pt>
    <dgm:pt modelId="{B3800039-A7E8-407C-AE75-D1AC565F5EED}" type="sibTrans" cxnId="{40492230-A44D-461F-B0CF-97D3B4CA9DA7}">
      <dgm:prSet/>
      <dgm:spPr/>
      <dgm:t>
        <a:bodyPr/>
        <a:lstStyle/>
        <a:p>
          <a:endParaRPr lang="en-US"/>
        </a:p>
      </dgm:t>
    </dgm:pt>
    <dgm:pt modelId="{C203F78C-7928-43B4-82FD-C46C02E35232}">
      <dgm:prSet custT="1"/>
      <dgm:spPr/>
      <dgm:t>
        <a:bodyPr/>
        <a:lstStyle/>
        <a:p>
          <a:r>
            <a:rPr lang="vi-VN" sz="2400"/>
            <a:t>12/12 cặp địa điểm thành công (100%)</a:t>
          </a:r>
          <a:endParaRPr lang="en-US" sz="2400"/>
        </a:p>
      </dgm:t>
    </dgm:pt>
    <dgm:pt modelId="{9B61E50D-0CD7-44B1-8DC3-28A556C62C33}" type="parTrans" cxnId="{50D9EE2C-E270-4BE8-9526-FEA21F6676E0}">
      <dgm:prSet/>
      <dgm:spPr/>
      <dgm:t>
        <a:bodyPr/>
        <a:lstStyle/>
        <a:p>
          <a:endParaRPr lang="en-US"/>
        </a:p>
      </dgm:t>
    </dgm:pt>
    <dgm:pt modelId="{BEB12832-C9F7-4645-8784-E5247EEE7292}" type="sibTrans" cxnId="{50D9EE2C-E270-4BE8-9526-FEA21F6676E0}">
      <dgm:prSet/>
      <dgm:spPr/>
      <dgm:t>
        <a:bodyPr/>
        <a:lstStyle/>
        <a:p>
          <a:endParaRPr lang="en-US"/>
        </a:p>
      </dgm:t>
    </dgm:pt>
    <dgm:pt modelId="{79EAEE92-1242-451D-9ACF-F1F6EFE33CD5}">
      <dgm:prSet custT="1"/>
      <dgm:spPr/>
      <dgm:t>
        <a:bodyPr/>
        <a:lstStyle/>
        <a:p>
          <a:r>
            <a:rPr lang="vi-VN" sz="2400"/>
            <a:t>Thời gian tính đường TB: 0,108 ms</a:t>
          </a:r>
          <a:endParaRPr lang="en-US" sz="2400"/>
        </a:p>
      </dgm:t>
    </dgm:pt>
    <dgm:pt modelId="{C85D1EE3-0389-4366-812A-E6E899B8CDC8}" type="parTrans" cxnId="{A07C9918-F933-4309-9928-F3A16DD6D3BA}">
      <dgm:prSet/>
      <dgm:spPr/>
      <dgm:t>
        <a:bodyPr/>
        <a:lstStyle/>
        <a:p>
          <a:endParaRPr lang="en-US"/>
        </a:p>
      </dgm:t>
    </dgm:pt>
    <dgm:pt modelId="{B4F63127-7BE1-4FEB-8E02-EF893C14BE79}" type="sibTrans" cxnId="{A07C9918-F933-4309-9928-F3A16DD6D3BA}">
      <dgm:prSet/>
      <dgm:spPr/>
      <dgm:t>
        <a:bodyPr/>
        <a:lstStyle/>
        <a:p>
          <a:endParaRPr lang="en-US"/>
        </a:p>
      </dgm:t>
    </dgm:pt>
    <dgm:pt modelId="{97FFCCED-61A1-4BA6-BA91-C24B2785BE72}">
      <dgm:prSet custT="1"/>
      <dgm:spPr/>
      <dgm:t>
        <a:bodyPr/>
        <a:lstStyle/>
        <a:p>
          <a:r>
            <a:rPr lang="vi-VN" sz="3600"/>
            <a:t>API &amp; Triển khai</a:t>
          </a:r>
          <a:endParaRPr lang="en-US" sz="3600"/>
        </a:p>
      </dgm:t>
    </dgm:pt>
    <dgm:pt modelId="{F9B843C7-0049-4DAA-9A5A-CE935D7F922E}" type="parTrans" cxnId="{604CE266-DA07-49C2-8FE7-E6185FB643EC}">
      <dgm:prSet/>
      <dgm:spPr/>
      <dgm:t>
        <a:bodyPr/>
        <a:lstStyle/>
        <a:p>
          <a:endParaRPr lang="en-US"/>
        </a:p>
      </dgm:t>
    </dgm:pt>
    <dgm:pt modelId="{1129734A-0CCF-4719-9357-19C8C947477C}" type="sibTrans" cxnId="{604CE266-DA07-49C2-8FE7-E6185FB643EC}">
      <dgm:prSet/>
      <dgm:spPr/>
      <dgm:t>
        <a:bodyPr/>
        <a:lstStyle/>
        <a:p>
          <a:endParaRPr lang="en-US"/>
        </a:p>
      </dgm:t>
    </dgm:pt>
    <dgm:pt modelId="{D513E493-F470-498A-917A-44773EA0851D}">
      <dgm:prSet custT="1"/>
      <dgm:spPr/>
      <dgm:t>
        <a:bodyPr/>
        <a:lstStyle/>
        <a:p>
          <a:r>
            <a:rPr lang="vi-VN" sz="2400"/>
            <a:t>Đã triển khai production tại tvu-tour.site</a:t>
          </a:r>
          <a:endParaRPr lang="en-US" sz="2400"/>
        </a:p>
      </dgm:t>
    </dgm:pt>
    <dgm:pt modelId="{ADDA8070-C638-4AA0-A4A8-B2816EB7722C}" type="parTrans" cxnId="{0B62A9CE-5627-4815-8608-B6498EBEEA56}">
      <dgm:prSet/>
      <dgm:spPr/>
      <dgm:t>
        <a:bodyPr/>
        <a:lstStyle/>
        <a:p>
          <a:endParaRPr lang="en-US"/>
        </a:p>
      </dgm:t>
    </dgm:pt>
    <dgm:pt modelId="{81FBF55A-F3AA-46C5-B52C-FD53540AAB56}" type="sibTrans" cxnId="{0B62A9CE-5627-4815-8608-B6498EBEEA56}">
      <dgm:prSet/>
      <dgm:spPr/>
      <dgm:t>
        <a:bodyPr/>
        <a:lstStyle/>
        <a:p>
          <a:endParaRPr lang="en-US"/>
        </a:p>
      </dgm:t>
    </dgm:pt>
    <dgm:pt modelId="{E3930ADE-32CB-40A5-AF5A-FAA7AB8D2E37}">
      <dgm:prSet custT="1"/>
      <dgm:spPr/>
      <dgm:t>
        <a:bodyPr/>
        <a:lstStyle/>
        <a:p>
          <a:r>
            <a:rPr lang="vi-VN" sz="2400"/>
            <a:t>API phản hồi TB: 394–565 ms</a:t>
          </a:r>
          <a:endParaRPr lang="en-US" sz="2400"/>
        </a:p>
      </dgm:t>
    </dgm:pt>
    <dgm:pt modelId="{A2DD3777-ED44-4BA9-9BC6-B924F37A6152}" type="parTrans" cxnId="{A500C792-C84D-436E-83A0-4AE1E7E9EFCB}">
      <dgm:prSet/>
      <dgm:spPr/>
      <dgm:t>
        <a:bodyPr/>
        <a:lstStyle/>
        <a:p>
          <a:endParaRPr lang="en-US"/>
        </a:p>
      </dgm:t>
    </dgm:pt>
    <dgm:pt modelId="{897A67A9-6350-42EA-B0CF-E5954CB01EE3}" type="sibTrans" cxnId="{A500C792-C84D-436E-83A0-4AE1E7E9EFCB}">
      <dgm:prSet/>
      <dgm:spPr/>
      <dgm:t>
        <a:bodyPr/>
        <a:lstStyle/>
        <a:p>
          <a:endParaRPr lang="en-US"/>
        </a:p>
      </dgm:t>
    </dgm:pt>
    <dgm:pt modelId="{5F396C5A-88F2-43BF-809D-63312AFEFAE4}" type="pres">
      <dgm:prSet presAssocID="{3D0FBAFC-13B4-41BD-A4C2-E0BC79BE5FC0}" presName="Name0" presStyleCnt="0">
        <dgm:presLayoutVars>
          <dgm:dir/>
          <dgm:animLvl val="lvl"/>
          <dgm:resizeHandles val="exact"/>
        </dgm:presLayoutVars>
      </dgm:prSet>
      <dgm:spPr/>
    </dgm:pt>
    <dgm:pt modelId="{BD35E9FF-9291-4446-8E00-FFCD05CFF8ED}" type="pres">
      <dgm:prSet presAssocID="{6564533F-6402-4E90-93B8-3E63E98C3485}" presName="linNode" presStyleCnt="0"/>
      <dgm:spPr/>
    </dgm:pt>
    <dgm:pt modelId="{D89EE6EA-7F86-4F9A-A6E9-CB50D920A6A7}" type="pres">
      <dgm:prSet presAssocID="{6564533F-6402-4E90-93B8-3E63E98C3485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0311108D-37FA-43C7-9889-524F9CD3BBEC}" type="pres">
      <dgm:prSet presAssocID="{6564533F-6402-4E90-93B8-3E63E98C3485}" presName="descendantText" presStyleLbl="alignAccFollowNode1" presStyleIdx="0" presStyleCnt="3">
        <dgm:presLayoutVars>
          <dgm:bulletEnabled val="1"/>
        </dgm:presLayoutVars>
      </dgm:prSet>
      <dgm:spPr/>
    </dgm:pt>
    <dgm:pt modelId="{BC874023-1683-4F07-821A-291CA8E0693D}" type="pres">
      <dgm:prSet presAssocID="{DAEFAA25-651D-459D-8A4A-134C67826D60}" presName="sp" presStyleCnt="0"/>
      <dgm:spPr/>
    </dgm:pt>
    <dgm:pt modelId="{EDA3936A-DA99-4288-BFBC-19E4B5405C7D}" type="pres">
      <dgm:prSet presAssocID="{E9184FC7-127A-411D-B346-88D21D1918E7}" presName="linNode" presStyleCnt="0"/>
      <dgm:spPr/>
    </dgm:pt>
    <dgm:pt modelId="{E8648A1A-7CF4-4110-92D8-668A5CB6D8A4}" type="pres">
      <dgm:prSet presAssocID="{E9184FC7-127A-411D-B346-88D21D1918E7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8913422F-AE49-4C60-9F57-E33F8A9B2A41}" type="pres">
      <dgm:prSet presAssocID="{E9184FC7-127A-411D-B346-88D21D1918E7}" presName="descendantText" presStyleLbl="alignAccFollowNode1" presStyleIdx="1" presStyleCnt="3">
        <dgm:presLayoutVars>
          <dgm:bulletEnabled val="1"/>
        </dgm:presLayoutVars>
      </dgm:prSet>
      <dgm:spPr/>
    </dgm:pt>
    <dgm:pt modelId="{AEB36327-75C5-4BD7-B82A-4AB283F539B3}" type="pres">
      <dgm:prSet presAssocID="{B3800039-A7E8-407C-AE75-D1AC565F5EED}" presName="sp" presStyleCnt="0"/>
      <dgm:spPr/>
    </dgm:pt>
    <dgm:pt modelId="{5483DC81-8B56-49B5-B517-95AA2E3C6E91}" type="pres">
      <dgm:prSet presAssocID="{97FFCCED-61A1-4BA6-BA91-C24B2785BE72}" presName="linNode" presStyleCnt="0"/>
      <dgm:spPr/>
    </dgm:pt>
    <dgm:pt modelId="{690C024D-331A-47DC-830A-77CF76091CA7}" type="pres">
      <dgm:prSet presAssocID="{97FFCCED-61A1-4BA6-BA91-C24B2785BE72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3F897D1B-8B65-4F4F-8D26-D45792A5FFDB}" type="pres">
      <dgm:prSet presAssocID="{97FFCCED-61A1-4BA6-BA91-C24B2785BE72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58F60904-8DC0-450E-88AC-4C7AEC45E1A2}" type="presOf" srcId="{D513E493-F470-498A-917A-44773EA0851D}" destId="{3F897D1B-8B65-4F4F-8D26-D45792A5FFDB}" srcOrd="0" destOrd="0" presId="urn:microsoft.com/office/officeart/2005/8/layout/vList5"/>
    <dgm:cxn modelId="{69980D10-92F3-4F65-8929-8DE6CD75261A}" type="presOf" srcId="{6564533F-6402-4E90-93B8-3E63E98C3485}" destId="{D89EE6EA-7F86-4F9A-A6E9-CB50D920A6A7}" srcOrd="0" destOrd="0" presId="urn:microsoft.com/office/officeart/2005/8/layout/vList5"/>
    <dgm:cxn modelId="{A07C9918-F933-4309-9928-F3A16DD6D3BA}" srcId="{E9184FC7-127A-411D-B346-88D21D1918E7}" destId="{79EAEE92-1242-451D-9ACF-F1F6EFE33CD5}" srcOrd="1" destOrd="0" parTransId="{C85D1EE3-0389-4366-812A-E6E899B8CDC8}" sibTransId="{B4F63127-7BE1-4FEB-8E02-EF893C14BE79}"/>
    <dgm:cxn modelId="{3A47CB24-3B4C-4DD6-9FFB-FA8A77DC6CC8}" srcId="{6564533F-6402-4E90-93B8-3E63E98C3485}" destId="{AB6EC998-E786-4B22-A108-4819C7184176}" srcOrd="2" destOrd="0" parTransId="{13216938-2FFB-424A-BEFA-8A9038E9400D}" sibTransId="{6C96A3E0-B7E3-42A1-BD5C-A90CDCF157F0}"/>
    <dgm:cxn modelId="{50D9EE2C-E270-4BE8-9526-FEA21F6676E0}" srcId="{E9184FC7-127A-411D-B346-88D21D1918E7}" destId="{C203F78C-7928-43B4-82FD-C46C02E35232}" srcOrd="0" destOrd="0" parTransId="{9B61E50D-0CD7-44B1-8DC3-28A556C62C33}" sibTransId="{BEB12832-C9F7-4645-8784-E5247EEE7292}"/>
    <dgm:cxn modelId="{40492230-A44D-461F-B0CF-97D3B4CA9DA7}" srcId="{3D0FBAFC-13B4-41BD-A4C2-E0BC79BE5FC0}" destId="{E9184FC7-127A-411D-B346-88D21D1918E7}" srcOrd="1" destOrd="0" parTransId="{28D914A0-B0AF-4C13-AB66-DDDCB99FF9C0}" sibTransId="{B3800039-A7E8-407C-AE75-D1AC565F5EED}"/>
    <dgm:cxn modelId="{604CE266-DA07-49C2-8FE7-E6185FB643EC}" srcId="{3D0FBAFC-13B4-41BD-A4C2-E0BC79BE5FC0}" destId="{97FFCCED-61A1-4BA6-BA91-C24B2785BE72}" srcOrd="2" destOrd="0" parTransId="{F9B843C7-0049-4DAA-9A5A-CE935D7F922E}" sibTransId="{1129734A-0CCF-4719-9357-19C8C947477C}"/>
    <dgm:cxn modelId="{0820378A-989A-44C1-9A32-37082534D8E2}" type="presOf" srcId="{79EAEE92-1242-451D-9ACF-F1F6EFE33CD5}" destId="{8913422F-AE49-4C60-9F57-E33F8A9B2A41}" srcOrd="0" destOrd="1" presId="urn:microsoft.com/office/officeart/2005/8/layout/vList5"/>
    <dgm:cxn modelId="{1EA6FF8D-2CD4-42BF-9DFF-9E7BECB6AEBD}" type="presOf" srcId="{AB6EC998-E786-4B22-A108-4819C7184176}" destId="{0311108D-37FA-43C7-9889-524F9CD3BBEC}" srcOrd="0" destOrd="2" presId="urn:microsoft.com/office/officeart/2005/8/layout/vList5"/>
    <dgm:cxn modelId="{A500C792-C84D-436E-83A0-4AE1E7E9EFCB}" srcId="{97FFCCED-61A1-4BA6-BA91-C24B2785BE72}" destId="{E3930ADE-32CB-40A5-AF5A-FAA7AB8D2E37}" srcOrd="1" destOrd="0" parTransId="{A2DD3777-ED44-4BA9-9BC6-B924F37A6152}" sibTransId="{897A67A9-6350-42EA-B0CF-E5954CB01EE3}"/>
    <dgm:cxn modelId="{1786E096-A31D-4D4E-B891-8DD8EAFB5226}" type="presOf" srcId="{29CD1D34-BCF6-439C-97D3-967F9BE6F343}" destId="{0311108D-37FA-43C7-9889-524F9CD3BBEC}" srcOrd="0" destOrd="0" presId="urn:microsoft.com/office/officeart/2005/8/layout/vList5"/>
    <dgm:cxn modelId="{0BB27DA0-459F-4001-9FF3-3386BEDF0AB1}" srcId="{6564533F-6402-4E90-93B8-3E63E98C3485}" destId="{29CD1D34-BCF6-439C-97D3-967F9BE6F343}" srcOrd="0" destOrd="0" parTransId="{D9A5228B-5C39-4647-8091-0FFDD10598E0}" sibTransId="{DD27666B-800A-4F80-A99F-1CE83218015A}"/>
    <dgm:cxn modelId="{C4CD61B9-6BCA-49B6-A88D-7CD2BCAEC598}" type="presOf" srcId="{3D0FBAFC-13B4-41BD-A4C2-E0BC79BE5FC0}" destId="{5F396C5A-88F2-43BF-809D-63312AFEFAE4}" srcOrd="0" destOrd="0" presId="urn:microsoft.com/office/officeart/2005/8/layout/vList5"/>
    <dgm:cxn modelId="{2B4315C1-3A80-44B8-AF31-8B820FC4F335}" srcId="{3D0FBAFC-13B4-41BD-A4C2-E0BC79BE5FC0}" destId="{6564533F-6402-4E90-93B8-3E63E98C3485}" srcOrd="0" destOrd="0" parTransId="{A05C7487-CE23-46E0-97D5-549DD4112431}" sibTransId="{DAEFAA25-651D-459D-8A4A-134C67826D60}"/>
    <dgm:cxn modelId="{0DB8C2C4-1E59-428F-B5DA-1CEE7C6637BF}" type="presOf" srcId="{97FFCCED-61A1-4BA6-BA91-C24B2785BE72}" destId="{690C024D-331A-47DC-830A-77CF76091CA7}" srcOrd="0" destOrd="0" presId="urn:microsoft.com/office/officeart/2005/8/layout/vList5"/>
    <dgm:cxn modelId="{0B62A9CE-5627-4815-8608-B6498EBEEA56}" srcId="{97FFCCED-61A1-4BA6-BA91-C24B2785BE72}" destId="{D513E493-F470-498A-917A-44773EA0851D}" srcOrd="0" destOrd="0" parTransId="{ADDA8070-C638-4AA0-A4A8-B2816EB7722C}" sibTransId="{81FBF55A-F3AA-46C5-B52C-FD53540AAB56}"/>
    <dgm:cxn modelId="{BE5AB5DB-C72D-441C-8696-B6A6135FD4B2}" type="presOf" srcId="{E3930ADE-32CB-40A5-AF5A-FAA7AB8D2E37}" destId="{3F897D1B-8B65-4F4F-8D26-D45792A5FFDB}" srcOrd="0" destOrd="1" presId="urn:microsoft.com/office/officeart/2005/8/layout/vList5"/>
    <dgm:cxn modelId="{FB0F23EF-0A2D-4F6F-BCC7-35108D0A75CB}" type="presOf" srcId="{E9184FC7-127A-411D-B346-88D21D1918E7}" destId="{E8648A1A-7CF4-4110-92D8-668A5CB6D8A4}" srcOrd="0" destOrd="0" presId="urn:microsoft.com/office/officeart/2005/8/layout/vList5"/>
    <dgm:cxn modelId="{92E5A8F0-1FD6-4E74-AF60-1F130225AF6C}" srcId="{6564533F-6402-4E90-93B8-3E63E98C3485}" destId="{701EC003-ED7F-497A-B0CC-CD71EE774E50}" srcOrd="1" destOrd="0" parTransId="{B9B28A4C-9492-42B8-946F-F8D168761AC6}" sibTransId="{E9602718-0C8D-474B-B45B-0E81F213F4F2}"/>
    <dgm:cxn modelId="{D36B7AF5-C021-4E16-B2C4-BB848FAD393B}" type="presOf" srcId="{C203F78C-7928-43B4-82FD-C46C02E35232}" destId="{8913422F-AE49-4C60-9F57-E33F8A9B2A41}" srcOrd="0" destOrd="0" presId="urn:microsoft.com/office/officeart/2005/8/layout/vList5"/>
    <dgm:cxn modelId="{314336F8-AB6D-4DBD-A4F5-F69976F45DB2}" type="presOf" srcId="{701EC003-ED7F-497A-B0CC-CD71EE774E50}" destId="{0311108D-37FA-43C7-9889-524F9CD3BBEC}" srcOrd="0" destOrd="1" presId="urn:microsoft.com/office/officeart/2005/8/layout/vList5"/>
    <dgm:cxn modelId="{1F1AE0F7-9AAE-42F0-89A8-20FE351086C4}" type="presParOf" srcId="{5F396C5A-88F2-43BF-809D-63312AFEFAE4}" destId="{BD35E9FF-9291-4446-8E00-FFCD05CFF8ED}" srcOrd="0" destOrd="0" presId="urn:microsoft.com/office/officeart/2005/8/layout/vList5"/>
    <dgm:cxn modelId="{460EB348-E230-4360-B7BF-0C9EC56441A5}" type="presParOf" srcId="{BD35E9FF-9291-4446-8E00-FFCD05CFF8ED}" destId="{D89EE6EA-7F86-4F9A-A6E9-CB50D920A6A7}" srcOrd="0" destOrd="0" presId="urn:microsoft.com/office/officeart/2005/8/layout/vList5"/>
    <dgm:cxn modelId="{5B47131A-4A02-433B-B115-3C3A3ADAFD4A}" type="presParOf" srcId="{BD35E9FF-9291-4446-8E00-FFCD05CFF8ED}" destId="{0311108D-37FA-43C7-9889-524F9CD3BBEC}" srcOrd="1" destOrd="0" presId="urn:microsoft.com/office/officeart/2005/8/layout/vList5"/>
    <dgm:cxn modelId="{5DECC5A3-F1EC-4873-9A72-4DBAE01FE190}" type="presParOf" srcId="{5F396C5A-88F2-43BF-809D-63312AFEFAE4}" destId="{BC874023-1683-4F07-821A-291CA8E0693D}" srcOrd="1" destOrd="0" presId="urn:microsoft.com/office/officeart/2005/8/layout/vList5"/>
    <dgm:cxn modelId="{9EE0F26C-D76E-4B33-BBEC-FACF2639B3FC}" type="presParOf" srcId="{5F396C5A-88F2-43BF-809D-63312AFEFAE4}" destId="{EDA3936A-DA99-4288-BFBC-19E4B5405C7D}" srcOrd="2" destOrd="0" presId="urn:microsoft.com/office/officeart/2005/8/layout/vList5"/>
    <dgm:cxn modelId="{A0570FD1-8F3E-4DC2-83DE-E82B4426964B}" type="presParOf" srcId="{EDA3936A-DA99-4288-BFBC-19E4B5405C7D}" destId="{E8648A1A-7CF4-4110-92D8-668A5CB6D8A4}" srcOrd="0" destOrd="0" presId="urn:microsoft.com/office/officeart/2005/8/layout/vList5"/>
    <dgm:cxn modelId="{D7A51017-C199-4173-92C0-9500BF26F2CC}" type="presParOf" srcId="{EDA3936A-DA99-4288-BFBC-19E4B5405C7D}" destId="{8913422F-AE49-4C60-9F57-E33F8A9B2A41}" srcOrd="1" destOrd="0" presId="urn:microsoft.com/office/officeart/2005/8/layout/vList5"/>
    <dgm:cxn modelId="{6166C1E1-B6E6-4217-A182-C664053BDB8B}" type="presParOf" srcId="{5F396C5A-88F2-43BF-809D-63312AFEFAE4}" destId="{AEB36327-75C5-4BD7-B82A-4AB283F539B3}" srcOrd="3" destOrd="0" presId="urn:microsoft.com/office/officeart/2005/8/layout/vList5"/>
    <dgm:cxn modelId="{91AEA0C6-A13E-42B2-A20E-4A49548D316B}" type="presParOf" srcId="{5F396C5A-88F2-43BF-809D-63312AFEFAE4}" destId="{5483DC81-8B56-49B5-B517-95AA2E3C6E91}" srcOrd="4" destOrd="0" presId="urn:microsoft.com/office/officeart/2005/8/layout/vList5"/>
    <dgm:cxn modelId="{5C029F7B-683A-4DD6-9D76-3F5B19657748}" type="presParOf" srcId="{5483DC81-8B56-49B5-B517-95AA2E3C6E91}" destId="{690C024D-331A-47DC-830A-77CF76091CA7}" srcOrd="0" destOrd="0" presId="urn:microsoft.com/office/officeart/2005/8/layout/vList5"/>
    <dgm:cxn modelId="{78115081-FDA0-48DA-BFF2-4B57D0D9EDC0}" type="presParOf" srcId="{5483DC81-8B56-49B5-B517-95AA2E3C6E91}" destId="{3F897D1B-8B65-4F4F-8D26-D45792A5FFD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D6D68C9-65B2-431A-BFB0-5EEA067DD44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D101A3-9DA8-4BE1-8191-8ADBB6E3BCF2}">
      <dgm:prSet/>
      <dgm:spPr/>
      <dgm:t>
        <a:bodyPr/>
        <a:lstStyle/>
        <a:p>
          <a:r>
            <a:rPr lang="vi-VN"/>
            <a:t>Hạn chế:</a:t>
          </a:r>
          <a:endParaRPr lang="en-US"/>
        </a:p>
      </dgm:t>
    </dgm:pt>
    <dgm:pt modelId="{3C1767AC-B941-4E41-BA7D-FD142329AF16}" type="parTrans" cxnId="{D9D75EA1-4673-4525-9396-72A9618A4B0A}">
      <dgm:prSet/>
      <dgm:spPr/>
      <dgm:t>
        <a:bodyPr/>
        <a:lstStyle/>
        <a:p>
          <a:endParaRPr lang="en-US"/>
        </a:p>
      </dgm:t>
    </dgm:pt>
    <dgm:pt modelId="{7087A817-4406-4A69-892C-BAA7F5B44A81}" type="sibTrans" cxnId="{D9D75EA1-4673-4525-9396-72A9618A4B0A}">
      <dgm:prSet/>
      <dgm:spPr/>
      <dgm:t>
        <a:bodyPr/>
        <a:lstStyle/>
        <a:p>
          <a:endParaRPr lang="en-US"/>
        </a:p>
      </dgm:t>
    </dgm:pt>
    <dgm:pt modelId="{224F351D-D7BC-4EAB-BB20-579CBB1822ED}">
      <dgm:prSet/>
      <dgm:spPr/>
      <dgm:t>
        <a:bodyPr/>
        <a:lstStyle/>
        <a:p>
          <a:r>
            <a:rPr lang="vi-VN"/>
            <a:t>Dữ liệu mới bao phủ một số địa điểm tiêu biểu, chưa toàn bộ khuôn viên</a:t>
          </a:r>
          <a:endParaRPr lang="en-US"/>
        </a:p>
      </dgm:t>
    </dgm:pt>
    <dgm:pt modelId="{6E1CB494-82C7-48C4-9CC0-9419C69CCDBB}" type="parTrans" cxnId="{353C2E2D-D294-4227-9F2B-E3994FC426E7}">
      <dgm:prSet/>
      <dgm:spPr/>
      <dgm:t>
        <a:bodyPr/>
        <a:lstStyle/>
        <a:p>
          <a:endParaRPr lang="en-US"/>
        </a:p>
      </dgm:t>
    </dgm:pt>
    <dgm:pt modelId="{07058251-9E93-43DA-BDB4-F3C3EA6FEDAC}" type="sibTrans" cxnId="{353C2E2D-D294-4227-9F2B-E3994FC426E7}">
      <dgm:prSet/>
      <dgm:spPr/>
      <dgm:t>
        <a:bodyPr/>
        <a:lstStyle/>
        <a:p>
          <a:endParaRPr lang="en-US"/>
        </a:p>
      </dgm:t>
    </dgm:pt>
    <dgm:pt modelId="{F73A70F2-2C49-4DFB-BE7B-218580F2D4B0}">
      <dgm:prSet/>
      <dgm:spPr/>
      <dgm:t>
        <a:bodyPr/>
        <a:lstStyle/>
        <a:p>
          <a:r>
            <a:rPr lang="vi-VN"/>
            <a:t>Chất lượng trả lời phụ thuộc mức độ đầy đủ và cập nhật của kho tài liệu</a:t>
          </a:r>
          <a:endParaRPr lang="en-US"/>
        </a:p>
      </dgm:t>
    </dgm:pt>
    <dgm:pt modelId="{4120802E-6B55-403B-B667-18EA9AAF4912}" type="parTrans" cxnId="{BDD1DECE-9224-4728-9751-6A3B11A23A06}">
      <dgm:prSet/>
      <dgm:spPr/>
      <dgm:t>
        <a:bodyPr/>
        <a:lstStyle/>
        <a:p>
          <a:endParaRPr lang="en-US"/>
        </a:p>
      </dgm:t>
    </dgm:pt>
    <dgm:pt modelId="{C96E290C-33E2-4F9C-B55A-558D4205A8E1}" type="sibTrans" cxnId="{BDD1DECE-9224-4728-9751-6A3B11A23A06}">
      <dgm:prSet/>
      <dgm:spPr/>
      <dgm:t>
        <a:bodyPr/>
        <a:lstStyle/>
        <a:p>
          <a:endParaRPr lang="en-US"/>
        </a:p>
      </dgm:t>
    </dgm:pt>
    <dgm:pt modelId="{4364A928-50FB-426C-AC74-E42CBEB7B2A7}">
      <dgm:prSet/>
      <dgm:spPr/>
      <dgm:t>
        <a:bodyPr/>
        <a:lstStyle/>
        <a:p>
          <a:r>
            <a:rPr lang="vi-VN"/>
            <a:t>Chưa kiểm thử tải với nhiều người dùng đồng thời</a:t>
          </a:r>
          <a:endParaRPr lang="en-US"/>
        </a:p>
      </dgm:t>
    </dgm:pt>
    <dgm:pt modelId="{BCF71CB3-F09F-4D94-A068-CA89E9D69E8F}" type="parTrans" cxnId="{130C8078-FB60-48D0-88EE-B3AF68C0D93F}">
      <dgm:prSet/>
      <dgm:spPr/>
      <dgm:t>
        <a:bodyPr/>
        <a:lstStyle/>
        <a:p>
          <a:endParaRPr lang="en-US"/>
        </a:p>
      </dgm:t>
    </dgm:pt>
    <dgm:pt modelId="{69002F63-4D42-49F9-90D6-573EE6094908}" type="sibTrans" cxnId="{130C8078-FB60-48D0-88EE-B3AF68C0D93F}">
      <dgm:prSet/>
      <dgm:spPr/>
      <dgm:t>
        <a:bodyPr/>
        <a:lstStyle/>
        <a:p>
          <a:endParaRPr lang="en-US"/>
        </a:p>
      </dgm:t>
    </dgm:pt>
    <dgm:pt modelId="{EAB370E6-0CF3-47B8-951C-8FD01A7AD56F}">
      <dgm:prSet/>
      <dgm:spPr/>
      <dgm:t>
        <a:bodyPr/>
        <a:lstStyle/>
        <a:p>
          <a:r>
            <a:rPr lang="vi-VN"/>
            <a:t>Kiosk mới ở mức giao diện web, chưa cấu hình cấp thiết bị/OS</a:t>
          </a:r>
          <a:endParaRPr lang="en-US"/>
        </a:p>
      </dgm:t>
    </dgm:pt>
    <dgm:pt modelId="{97EAB83B-24B8-4DE2-BB80-7AF718341067}" type="parTrans" cxnId="{6B8FEC64-1B6C-41E3-8F0C-B37CA5494806}">
      <dgm:prSet/>
      <dgm:spPr/>
      <dgm:t>
        <a:bodyPr/>
        <a:lstStyle/>
        <a:p>
          <a:endParaRPr lang="en-US"/>
        </a:p>
      </dgm:t>
    </dgm:pt>
    <dgm:pt modelId="{2DB95072-20A3-4303-8EE7-012ADF5EAD8F}" type="sibTrans" cxnId="{6B8FEC64-1B6C-41E3-8F0C-B37CA5494806}">
      <dgm:prSet/>
      <dgm:spPr/>
      <dgm:t>
        <a:bodyPr/>
        <a:lstStyle/>
        <a:p>
          <a:endParaRPr lang="en-US"/>
        </a:p>
      </dgm:t>
    </dgm:pt>
    <dgm:pt modelId="{6791B4F5-9C86-494F-9C43-8D8AA5FC4689}">
      <dgm:prSet/>
      <dgm:spPr/>
      <dgm:t>
        <a:bodyPr/>
        <a:lstStyle/>
        <a:p>
          <a:r>
            <a:rPr lang="vi-VN"/>
            <a:t>Hướng phát triển:</a:t>
          </a:r>
          <a:endParaRPr lang="en-US"/>
        </a:p>
      </dgm:t>
    </dgm:pt>
    <dgm:pt modelId="{D159072E-F08B-4FB2-A272-DEF6D6A5E06E}" type="parTrans" cxnId="{09122FD1-1956-44A7-A611-FCA34DA3B93D}">
      <dgm:prSet/>
      <dgm:spPr/>
      <dgm:t>
        <a:bodyPr/>
        <a:lstStyle/>
        <a:p>
          <a:endParaRPr lang="en-US"/>
        </a:p>
      </dgm:t>
    </dgm:pt>
    <dgm:pt modelId="{11C18858-868C-4453-83B2-3ABD6AF017DC}" type="sibTrans" cxnId="{09122FD1-1956-44A7-A611-FCA34DA3B93D}">
      <dgm:prSet/>
      <dgm:spPr/>
      <dgm:t>
        <a:bodyPr/>
        <a:lstStyle/>
        <a:p>
          <a:endParaRPr lang="en-US"/>
        </a:p>
      </dgm:t>
    </dgm:pt>
    <dgm:pt modelId="{49DC9F7F-7D29-474A-AA3F-B43727702CC9}">
      <dgm:prSet/>
      <dgm:spPr/>
      <dgm:t>
        <a:bodyPr/>
        <a:lstStyle/>
        <a:p>
          <a:r>
            <a:rPr lang="vi-VN"/>
            <a:t>Mở rộng dữ liệu địa điểm, ảnh 360° và media</a:t>
          </a:r>
          <a:endParaRPr lang="en-US"/>
        </a:p>
      </dgm:t>
    </dgm:pt>
    <dgm:pt modelId="{BBD367A0-45A3-4802-9C6E-0BBA99EC61F7}" type="parTrans" cxnId="{5E63CD71-D143-4B76-A2C7-3F7FCFF8B16C}">
      <dgm:prSet/>
      <dgm:spPr/>
      <dgm:t>
        <a:bodyPr/>
        <a:lstStyle/>
        <a:p>
          <a:endParaRPr lang="en-US"/>
        </a:p>
      </dgm:t>
    </dgm:pt>
    <dgm:pt modelId="{70FB14DF-2677-482F-835E-5E8B674F9529}" type="sibTrans" cxnId="{5E63CD71-D143-4B76-A2C7-3F7FCFF8B16C}">
      <dgm:prSet/>
      <dgm:spPr/>
      <dgm:t>
        <a:bodyPr/>
        <a:lstStyle/>
        <a:p>
          <a:endParaRPr lang="en-US"/>
        </a:p>
      </dgm:t>
    </dgm:pt>
    <dgm:pt modelId="{D8B56F64-07EE-4FCF-809C-20B35E6A7A83}">
      <dgm:prSet/>
      <dgm:spPr/>
      <dgm:t>
        <a:bodyPr/>
        <a:lstStyle/>
        <a:p>
          <a:r>
            <a:rPr lang="vi-VN"/>
            <a:t>Chuẩn hóa, cập nhật định kỳ kho tài liệu RAG</a:t>
          </a:r>
          <a:endParaRPr lang="en-US"/>
        </a:p>
      </dgm:t>
    </dgm:pt>
    <dgm:pt modelId="{71F9FE92-9A05-4D27-9776-22868B3D45A0}" type="parTrans" cxnId="{7AF6CBDA-9871-4064-89DF-76DDFE6E6A36}">
      <dgm:prSet/>
      <dgm:spPr/>
      <dgm:t>
        <a:bodyPr/>
        <a:lstStyle/>
        <a:p>
          <a:endParaRPr lang="en-US"/>
        </a:p>
      </dgm:t>
    </dgm:pt>
    <dgm:pt modelId="{32EDAD92-EAD0-498C-AC1D-020FB579DE65}" type="sibTrans" cxnId="{7AF6CBDA-9871-4064-89DF-76DDFE6E6A36}">
      <dgm:prSet/>
      <dgm:spPr/>
      <dgm:t>
        <a:bodyPr/>
        <a:lstStyle/>
        <a:p>
          <a:endParaRPr lang="en-US"/>
        </a:p>
      </dgm:t>
    </dgm:pt>
    <dgm:pt modelId="{22B97E66-8704-44B9-8132-5721082B3919}">
      <dgm:prSet/>
      <dgm:spPr/>
      <dgm:t>
        <a:bodyPr/>
        <a:lstStyle/>
        <a:p>
          <a:r>
            <a:rPr lang="vi-VN"/>
            <a:t>Bổ sung thêm tools cho AI Agent (gợi ý lộ trình, ghi nhận phản hồi)</a:t>
          </a:r>
          <a:endParaRPr lang="en-US"/>
        </a:p>
      </dgm:t>
    </dgm:pt>
    <dgm:pt modelId="{FAF507AF-47B0-4204-B664-0E5C2E8D6316}" type="parTrans" cxnId="{9BF26547-8717-418A-91B1-E29A84249583}">
      <dgm:prSet/>
      <dgm:spPr/>
      <dgm:t>
        <a:bodyPr/>
        <a:lstStyle/>
        <a:p>
          <a:endParaRPr lang="en-US"/>
        </a:p>
      </dgm:t>
    </dgm:pt>
    <dgm:pt modelId="{F1A3BEF7-1DE1-41D9-BF9D-29E1775B8D51}" type="sibTrans" cxnId="{9BF26547-8717-418A-91B1-E29A84249583}">
      <dgm:prSet/>
      <dgm:spPr/>
      <dgm:t>
        <a:bodyPr/>
        <a:lstStyle/>
        <a:p>
          <a:endParaRPr lang="en-US"/>
        </a:p>
      </dgm:t>
    </dgm:pt>
    <dgm:pt modelId="{0BBEB694-9DAB-45E4-BD9E-731CE6735131}">
      <dgm:prSet/>
      <dgm:spPr/>
      <dgm:t>
        <a:bodyPr/>
        <a:lstStyle/>
        <a:p>
          <a:r>
            <a:rPr lang="vi-VN"/>
            <a:t>Kiểm thử vận hành thực tế: kiosk dài hạn, nhiều người dùng, mạng nội bộ</a:t>
          </a:r>
          <a:endParaRPr lang="en-US"/>
        </a:p>
      </dgm:t>
    </dgm:pt>
    <dgm:pt modelId="{ACEBAFF1-8D69-4DD2-9442-83BF8A4B3405}" type="parTrans" cxnId="{D744F2DC-18D5-426E-850C-1993560A9146}">
      <dgm:prSet/>
      <dgm:spPr/>
      <dgm:t>
        <a:bodyPr/>
        <a:lstStyle/>
        <a:p>
          <a:endParaRPr lang="en-US"/>
        </a:p>
      </dgm:t>
    </dgm:pt>
    <dgm:pt modelId="{E7BA471C-0895-4674-ADD5-F7A66991A06B}" type="sibTrans" cxnId="{D744F2DC-18D5-426E-850C-1993560A9146}">
      <dgm:prSet/>
      <dgm:spPr/>
      <dgm:t>
        <a:bodyPr/>
        <a:lstStyle/>
        <a:p>
          <a:endParaRPr lang="en-US"/>
        </a:p>
      </dgm:t>
    </dgm:pt>
    <dgm:pt modelId="{BDB03D47-92E7-4A6F-ADC7-64A48D19B88A}" type="pres">
      <dgm:prSet presAssocID="{8D6D68C9-65B2-431A-BFB0-5EEA067DD447}" presName="linear" presStyleCnt="0">
        <dgm:presLayoutVars>
          <dgm:dir/>
          <dgm:animLvl val="lvl"/>
          <dgm:resizeHandles val="exact"/>
        </dgm:presLayoutVars>
      </dgm:prSet>
      <dgm:spPr/>
    </dgm:pt>
    <dgm:pt modelId="{2DCC63CD-DFCA-4379-97E7-E5A08EB1DB92}" type="pres">
      <dgm:prSet presAssocID="{8FD101A3-9DA8-4BE1-8191-8ADBB6E3BCF2}" presName="parentLin" presStyleCnt="0"/>
      <dgm:spPr/>
    </dgm:pt>
    <dgm:pt modelId="{198535AB-46F0-4394-92E1-72223063945F}" type="pres">
      <dgm:prSet presAssocID="{8FD101A3-9DA8-4BE1-8191-8ADBB6E3BCF2}" presName="parentLeftMargin" presStyleLbl="node1" presStyleIdx="0" presStyleCnt="2"/>
      <dgm:spPr/>
    </dgm:pt>
    <dgm:pt modelId="{46F9ADD5-0895-4A72-BC41-DA250ECB88BE}" type="pres">
      <dgm:prSet presAssocID="{8FD101A3-9DA8-4BE1-8191-8ADBB6E3BCF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07B0BC1-919B-47D3-8A3C-6E7F1ED7AC05}" type="pres">
      <dgm:prSet presAssocID="{8FD101A3-9DA8-4BE1-8191-8ADBB6E3BCF2}" presName="negativeSpace" presStyleCnt="0"/>
      <dgm:spPr/>
    </dgm:pt>
    <dgm:pt modelId="{5EC660D6-4CA1-4845-8531-97658D2ABEE9}" type="pres">
      <dgm:prSet presAssocID="{8FD101A3-9DA8-4BE1-8191-8ADBB6E3BCF2}" presName="childText" presStyleLbl="conFgAcc1" presStyleIdx="0" presStyleCnt="2">
        <dgm:presLayoutVars>
          <dgm:bulletEnabled val="1"/>
        </dgm:presLayoutVars>
      </dgm:prSet>
      <dgm:spPr/>
    </dgm:pt>
    <dgm:pt modelId="{79BCE694-0895-4535-8227-C69C2D434D5A}" type="pres">
      <dgm:prSet presAssocID="{7087A817-4406-4A69-892C-BAA7F5B44A81}" presName="spaceBetweenRectangles" presStyleCnt="0"/>
      <dgm:spPr/>
    </dgm:pt>
    <dgm:pt modelId="{27C5B1C6-5FA3-4FD0-B138-9A71201C89BA}" type="pres">
      <dgm:prSet presAssocID="{6791B4F5-9C86-494F-9C43-8D8AA5FC4689}" presName="parentLin" presStyleCnt="0"/>
      <dgm:spPr/>
    </dgm:pt>
    <dgm:pt modelId="{C4A6C764-11E7-4394-AA1A-7845ADA0931B}" type="pres">
      <dgm:prSet presAssocID="{6791B4F5-9C86-494F-9C43-8D8AA5FC4689}" presName="parentLeftMargin" presStyleLbl="node1" presStyleIdx="0" presStyleCnt="2"/>
      <dgm:spPr/>
    </dgm:pt>
    <dgm:pt modelId="{9DE90A11-46FF-4C87-94D9-3A2D42CA506F}" type="pres">
      <dgm:prSet presAssocID="{6791B4F5-9C86-494F-9C43-8D8AA5FC468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129D77E-75BC-4D9B-BD9A-977FA54CB1BD}" type="pres">
      <dgm:prSet presAssocID="{6791B4F5-9C86-494F-9C43-8D8AA5FC4689}" presName="negativeSpace" presStyleCnt="0"/>
      <dgm:spPr/>
    </dgm:pt>
    <dgm:pt modelId="{95230C82-ED45-4AF5-BE57-EC8FA034500B}" type="pres">
      <dgm:prSet presAssocID="{6791B4F5-9C86-494F-9C43-8D8AA5FC468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8B68019-A6CE-42DE-B5A1-9C26C1DCD442}" type="presOf" srcId="{0BBEB694-9DAB-45E4-BD9E-731CE6735131}" destId="{95230C82-ED45-4AF5-BE57-EC8FA034500B}" srcOrd="0" destOrd="3" presId="urn:microsoft.com/office/officeart/2005/8/layout/list1"/>
    <dgm:cxn modelId="{E32B1422-D948-4E81-BD8A-88699431318C}" type="presOf" srcId="{EAB370E6-0CF3-47B8-951C-8FD01A7AD56F}" destId="{5EC660D6-4CA1-4845-8531-97658D2ABEE9}" srcOrd="0" destOrd="3" presId="urn:microsoft.com/office/officeart/2005/8/layout/list1"/>
    <dgm:cxn modelId="{353C2E2D-D294-4227-9F2B-E3994FC426E7}" srcId="{8FD101A3-9DA8-4BE1-8191-8ADBB6E3BCF2}" destId="{224F351D-D7BC-4EAB-BB20-579CBB1822ED}" srcOrd="0" destOrd="0" parTransId="{6E1CB494-82C7-48C4-9CC0-9419C69CCDBB}" sibTransId="{07058251-9E93-43DA-BDB4-F3C3EA6FEDAC}"/>
    <dgm:cxn modelId="{E210612D-6DA2-4155-9610-89D4A500E604}" type="presOf" srcId="{224F351D-D7BC-4EAB-BB20-579CBB1822ED}" destId="{5EC660D6-4CA1-4845-8531-97658D2ABEE9}" srcOrd="0" destOrd="0" presId="urn:microsoft.com/office/officeart/2005/8/layout/list1"/>
    <dgm:cxn modelId="{6B8FEC64-1B6C-41E3-8F0C-B37CA5494806}" srcId="{8FD101A3-9DA8-4BE1-8191-8ADBB6E3BCF2}" destId="{EAB370E6-0CF3-47B8-951C-8FD01A7AD56F}" srcOrd="3" destOrd="0" parTransId="{97EAB83B-24B8-4DE2-BB80-7AF718341067}" sibTransId="{2DB95072-20A3-4303-8EE7-012ADF5EAD8F}"/>
    <dgm:cxn modelId="{9BF26547-8717-418A-91B1-E29A84249583}" srcId="{6791B4F5-9C86-494F-9C43-8D8AA5FC4689}" destId="{22B97E66-8704-44B9-8132-5721082B3919}" srcOrd="2" destOrd="0" parTransId="{FAF507AF-47B0-4204-B664-0E5C2E8D6316}" sibTransId="{F1A3BEF7-1DE1-41D9-BF9D-29E1775B8D51}"/>
    <dgm:cxn modelId="{66E41C49-D1E4-4B90-A516-33B569F4D467}" type="presOf" srcId="{6791B4F5-9C86-494F-9C43-8D8AA5FC4689}" destId="{9DE90A11-46FF-4C87-94D9-3A2D42CA506F}" srcOrd="1" destOrd="0" presId="urn:microsoft.com/office/officeart/2005/8/layout/list1"/>
    <dgm:cxn modelId="{FECA6D69-019F-48B8-B19F-F1B24F25753F}" type="presOf" srcId="{8FD101A3-9DA8-4BE1-8191-8ADBB6E3BCF2}" destId="{46F9ADD5-0895-4A72-BC41-DA250ECB88BE}" srcOrd="1" destOrd="0" presId="urn:microsoft.com/office/officeart/2005/8/layout/list1"/>
    <dgm:cxn modelId="{5E63CD71-D143-4B76-A2C7-3F7FCFF8B16C}" srcId="{6791B4F5-9C86-494F-9C43-8D8AA5FC4689}" destId="{49DC9F7F-7D29-474A-AA3F-B43727702CC9}" srcOrd="0" destOrd="0" parTransId="{BBD367A0-45A3-4802-9C6E-0BBA99EC61F7}" sibTransId="{70FB14DF-2677-482F-835E-5E8B674F9529}"/>
    <dgm:cxn modelId="{553F8874-4C60-4408-988B-4D050040A6A5}" type="presOf" srcId="{8D6D68C9-65B2-431A-BFB0-5EEA067DD447}" destId="{BDB03D47-92E7-4A6F-ADC7-64A48D19B88A}" srcOrd="0" destOrd="0" presId="urn:microsoft.com/office/officeart/2005/8/layout/list1"/>
    <dgm:cxn modelId="{130C8078-FB60-48D0-88EE-B3AF68C0D93F}" srcId="{8FD101A3-9DA8-4BE1-8191-8ADBB6E3BCF2}" destId="{4364A928-50FB-426C-AC74-E42CBEB7B2A7}" srcOrd="2" destOrd="0" parTransId="{BCF71CB3-F09F-4D94-A068-CA89E9D69E8F}" sibTransId="{69002F63-4D42-49F9-90D6-573EE6094908}"/>
    <dgm:cxn modelId="{14FADA89-C871-4278-B2B0-4A0D55B2DD8D}" type="presOf" srcId="{22B97E66-8704-44B9-8132-5721082B3919}" destId="{95230C82-ED45-4AF5-BE57-EC8FA034500B}" srcOrd="0" destOrd="2" presId="urn:microsoft.com/office/officeart/2005/8/layout/list1"/>
    <dgm:cxn modelId="{7700918A-D811-4C91-A1E6-237E9C7DE753}" type="presOf" srcId="{D8B56F64-07EE-4FCF-809C-20B35E6A7A83}" destId="{95230C82-ED45-4AF5-BE57-EC8FA034500B}" srcOrd="0" destOrd="1" presId="urn:microsoft.com/office/officeart/2005/8/layout/list1"/>
    <dgm:cxn modelId="{CD252D9A-DEC1-4DAD-82F3-D52FF0253AA7}" type="presOf" srcId="{49DC9F7F-7D29-474A-AA3F-B43727702CC9}" destId="{95230C82-ED45-4AF5-BE57-EC8FA034500B}" srcOrd="0" destOrd="0" presId="urn:microsoft.com/office/officeart/2005/8/layout/list1"/>
    <dgm:cxn modelId="{D9D75EA1-4673-4525-9396-72A9618A4B0A}" srcId="{8D6D68C9-65B2-431A-BFB0-5EEA067DD447}" destId="{8FD101A3-9DA8-4BE1-8191-8ADBB6E3BCF2}" srcOrd="0" destOrd="0" parTransId="{3C1767AC-B941-4E41-BA7D-FD142329AF16}" sibTransId="{7087A817-4406-4A69-892C-BAA7F5B44A81}"/>
    <dgm:cxn modelId="{3B2313A6-53A5-4591-9364-ECE375C4B302}" type="presOf" srcId="{6791B4F5-9C86-494F-9C43-8D8AA5FC4689}" destId="{C4A6C764-11E7-4394-AA1A-7845ADA0931B}" srcOrd="0" destOrd="0" presId="urn:microsoft.com/office/officeart/2005/8/layout/list1"/>
    <dgm:cxn modelId="{33CBC7AD-20DF-458E-9B09-6E99438EC589}" type="presOf" srcId="{8FD101A3-9DA8-4BE1-8191-8ADBB6E3BCF2}" destId="{198535AB-46F0-4394-92E1-72223063945F}" srcOrd="0" destOrd="0" presId="urn:microsoft.com/office/officeart/2005/8/layout/list1"/>
    <dgm:cxn modelId="{7EBD06C3-B7D3-4D1D-BA67-0EF8553E5770}" type="presOf" srcId="{4364A928-50FB-426C-AC74-E42CBEB7B2A7}" destId="{5EC660D6-4CA1-4845-8531-97658D2ABEE9}" srcOrd="0" destOrd="2" presId="urn:microsoft.com/office/officeart/2005/8/layout/list1"/>
    <dgm:cxn modelId="{BDD1DECE-9224-4728-9751-6A3B11A23A06}" srcId="{8FD101A3-9DA8-4BE1-8191-8ADBB6E3BCF2}" destId="{F73A70F2-2C49-4DFB-BE7B-218580F2D4B0}" srcOrd="1" destOrd="0" parTransId="{4120802E-6B55-403B-B667-18EA9AAF4912}" sibTransId="{C96E290C-33E2-4F9C-B55A-558D4205A8E1}"/>
    <dgm:cxn modelId="{09122FD1-1956-44A7-A611-FCA34DA3B93D}" srcId="{8D6D68C9-65B2-431A-BFB0-5EEA067DD447}" destId="{6791B4F5-9C86-494F-9C43-8D8AA5FC4689}" srcOrd="1" destOrd="0" parTransId="{D159072E-F08B-4FB2-A272-DEF6D6A5E06E}" sibTransId="{11C18858-868C-4453-83B2-3ABD6AF017DC}"/>
    <dgm:cxn modelId="{7AF6CBDA-9871-4064-89DF-76DDFE6E6A36}" srcId="{6791B4F5-9C86-494F-9C43-8D8AA5FC4689}" destId="{D8B56F64-07EE-4FCF-809C-20B35E6A7A83}" srcOrd="1" destOrd="0" parTransId="{71F9FE92-9A05-4D27-9776-22868B3D45A0}" sibTransId="{32EDAD92-EAD0-498C-AC1D-020FB579DE65}"/>
    <dgm:cxn modelId="{C5BBA1DB-542B-4E3A-A883-C9F00C096559}" type="presOf" srcId="{F73A70F2-2C49-4DFB-BE7B-218580F2D4B0}" destId="{5EC660D6-4CA1-4845-8531-97658D2ABEE9}" srcOrd="0" destOrd="1" presId="urn:microsoft.com/office/officeart/2005/8/layout/list1"/>
    <dgm:cxn modelId="{D744F2DC-18D5-426E-850C-1993560A9146}" srcId="{6791B4F5-9C86-494F-9C43-8D8AA5FC4689}" destId="{0BBEB694-9DAB-45E4-BD9E-731CE6735131}" srcOrd="3" destOrd="0" parTransId="{ACEBAFF1-8D69-4DD2-9442-83BF8A4B3405}" sibTransId="{E7BA471C-0895-4674-ADD5-F7A66991A06B}"/>
    <dgm:cxn modelId="{C5DECB92-110C-47F0-86D8-36D4D5CD05B1}" type="presParOf" srcId="{BDB03D47-92E7-4A6F-ADC7-64A48D19B88A}" destId="{2DCC63CD-DFCA-4379-97E7-E5A08EB1DB92}" srcOrd="0" destOrd="0" presId="urn:microsoft.com/office/officeart/2005/8/layout/list1"/>
    <dgm:cxn modelId="{3BBF1F05-9D03-47AA-B304-9F9B382D5CD4}" type="presParOf" srcId="{2DCC63CD-DFCA-4379-97E7-E5A08EB1DB92}" destId="{198535AB-46F0-4394-92E1-72223063945F}" srcOrd="0" destOrd="0" presId="urn:microsoft.com/office/officeart/2005/8/layout/list1"/>
    <dgm:cxn modelId="{3F99B66A-9FCB-4092-A80B-9DDED733ACCD}" type="presParOf" srcId="{2DCC63CD-DFCA-4379-97E7-E5A08EB1DB92}" destId="{46F9ADD5-0895-4A72-BC41-DA250ECB88BE}" srcOrd="1" destOrd="0" presId="urn:microsoft.com/office/officeart/2005/8/layout/list1"/>
    <dgm:cxn modelId="{9DB9439C-986E-47D2-A2A4-C027E7301A47}" type="presParOf" srcId="{BDB03D47-92E7-4A6F-ADC7-64A48D19B88A}" destId="{C07B0BC1-919B-47D3-8A3C-6E7F1ED7AC05}" srcOrd="1" destOrd="0" presId="urn:microsoft.com/office/officeart/2005/8/layout/list1"/>
    <dgm:cxn modelId="{FBA82FDC-2880-4D74-BC6E-B654817EFA77}" type="presParOf" srcId="{BDB03D47-92E7-4A6F-ADC7-64A48D19B88A}" destId="{5EC660D6-4CA1-4845-8531-97658D2ABEE9}" srcOrd="2" destOrd="0" presId="urn:microsoft.com/office/officeart/2005/8/layout/list1"/>
    <dgm:cxn modelId="{FB31BC80-F207-45B0-85C5-0847CABDFBB3}" type="presParOf" srcId="{BDB03D47-92E7-4A6F-ADC7-64A48D19B88A}" destId="{79BCE694-0895-4535-8227-C69C2D434D5A}" srcOrd="3" destOrd="0" presId="urn:microsoft.com/office/officeart/2005/8/layout/list1"/>
    <dgm:cxn modelId="{D37CDAAB-E4A4-42D9-8FB4-BA9C89253E1D}" type="presParOf" srcId="{BDB03D47-92E7-4A6F-ADC7-64A48D19B88A}" destId="{27C5B1C6-5FA3-4FD0-B138-9A71201C89BA}" srcOrd="4" destOrd="0" presId="urn:microsoft.com/office/officeart/2005/8/layout/list1"/>
    <dgm:cxn modelId="{600253B7-1BA1-40E6-84B7-964AEE88773F}" type="presParOf" srcId="{27C5B1C6-5FA3-4FD0-B138-9A71201C89BA}" destId="{C4A6C764-11E7-4394-AA1A-7845ADA0931B}" srcOrd="0" destOrd="0" presId="urn:microsoft.com/office/officeart/2005/8/layout/list1"/>
    <dgm:cxn modelId="{400FE510-0128-4F93-A182-16D15A75E31F}" type="presParOf" srcId="{27C5B1C6-5FA3-4FD0-B138-9A71201C89BA}" destId="{9DE90A11-46FF-4C87-94D9-3A2D42CA506F}" srcOrd="1" destOrd="0" presId="urn:microsoft.com/office/officeart/2005/8/layout/list1"/>
    <dgm:cxn modelId="{4E46FF84-F125-43E0-8C7E-BAA5DF806459}" type="presParOf" srcId="{BDB03D47-92E7-4A6F-ADC7-64A48D19B88A}" destId="{D129D77E-75BC-4D9B-BD9A-977FA54CB1BD}" srcOrd="5" destOrd="0" presId="urn:microsoft.com/office/officeart/2005/8/layout/list1"/>
    <dgm:cxn modelId="{4CFC8F9D-752C-4CB6-B1CA-FCBE0F570F48}" type="presParOf" srcId="{BDB03D47-92E7-4A6F-ADC7-64A48D19B88A}" destId="{95230C82-ED45-4AF5-BE57-EC8FA034500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96EDC80-5456-4BE6-A146-0386D54E656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6EBB46-8C32-4D71-9570-8364C4C4324D}">
      <dgm:prSet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/>
            <a:t>Xây dựng thành công hệ thống tham quan ảo thông minh cho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/>
            <a:t>Đại học Trà Vinh</a:t>
          </a:r>
        </a:p>
      </dgm:t>
    </dgm:pt>
    <dgm:pt modelId="{EF393960-C3A2-497E-A2EE-2C51ED46AAD9}" type="parTrans" cxnId="{CE4182E1-91BF-43A4-876D-1FB930697C46}">
      <dgm:prSet/>
      <dgm:spPr/>
      <dgm:t>
        <a:bodyPr/>
        <a:lstStyle/>
        <a:p>
          <a:endParaRPr lang="en-US"/>
        </a:p>
      </dgm:t>
    </dgm:pt>
    <dgm:pt modelId="{B95CE8F3-FA81-4358-9C04-00A719CC4DAC}" type="sibTrans" cxnId="{CE4182E1-91BF-43A4-876D-1FB930697C46}">
      <dgm:prSet/>
      <dgm:spPr/>
      <dgm:t>
        <a:bodyPr/>
        <a:lstStyle/>
        <a:p>
          <a:endParaRPr lang="en-US"/>
        </a:p>
      </dgm:t>
    </dgm:pt>
    <dgm:pt modelId="{9AF9CAFE-D943-4902-AC4B-8480B1D85723}">
      <dgm:prSet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/>
            <a:t>Tích hợp ảnh 360°,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/>
            <a:t>nhân vật 3D, bản đồ,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/>
            <a:t>AI Agent với RAG và Function Calling</a:t>
          </a:r>
        </a:p>
      </dgm:t>
    </dgm:pt>
    <dgm:pt modelId="{D8719A0C-FC17-4B15-B7F7-8A31AE83CD0B}" type="parTrans" cxnId="{0C5F46A3-249E-4578-A865-5A49ADA53CF8}">
      <dgm:prSet/>
      <dgm:spPr/>
      <dgm:t>
        <a:bodyPr/>
        <a:lstStyle/>
        <a:p>
          <a:endParaRPr lang="en-US"/>
        </a:p>
      </dgm:t>
    </dgm:pt>
    <dgm:pt modelId="{E0515A14-9F73-46F6-A336-7FD199A05760}" type="sibTrans" cxnId="{0C5F46A3-249E-4578-A865-5A49ADA53CF8}">
      <dgm:prSet/>
      <dgm:spPr/>
      <dgm:t>
        <a:bodyPr/>
        <a:lstStyle/>
        <a:p>
          <a:endParaRPr lang="en-US"/>
        </a:p>
      </dgm:t>
    </dgm:pt>
    <dgm:pt modelId="{D6B21A53-184E-402A-99C0-CAE4B5C42CC9}">
      <dgm:prSet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/>
            <a:t>Kiểm thử đạt 12/13 câu hỏi (92.3%), triển khai tại: 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/>
            <a:t>https://tvu-tour.site</a:t>
          </a:r>
        </a:p>
      </dgm:t>
    </dgm:pt>
    <dgm:pt modelId="{FD3344A1-B570-4702-8190-196E10F7050F}" type="parTrans" cxnId="{32824354-78E6-448A-A7CD-BF87D129F6E8}">
      <dgm:prSet/>
      <dgm:spPr/>
      <dgm:t>
        <a:bodyPr/>
        <a:lstStyle/>
        <a:p>
          <a:endParaRPr lang="en-US"/>
        </a:p>
      </dgm:t>
    </dgm:pt>
    <dgm:pt modelId="{03FBAF2B-32F9-43BB-8D89-C54B50705079}" type="sibTrans" cxnId="{32824354-78E6-448A-A7CD-BF87D129F6E8}">
      <dgm:prSet/>
      <dgm:spPr/>
      <dgm:t>
        <a:bodyPr/>
        <a:lstStyle/>
        <a:p>
          <a:endParaRPr lang="en-US"/>
        </a:p>
      </dgm:t>
    </dgm:pt>
    <dgm:pt modelId="{90781A86-6574-4438-AE68-446060E9A86D}" type="pres">
      <dgm:prSet presAssocID="{D96EDC80-5456-4BE6-A146-0386D54E656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8F30630-BBE3-4AEE-842A-B6E194C7BFBB}" type="pres">
      <dgm:prSet presAssocID="{5D6EBB46-8C32-4D71-9570-8364C4C4324D}" presName="hierRoot1" presStyleCnt="0"/>
      <dgm:spPr/>
    </dgm:pt>
    <dgm:pt modelId="{55EFFA90-4868-4E85-ABDA-14E94ED6E71E}" type="pres">
      <dgm:prSet presAssocID="{5D6EBB46-8C32-4D71-9570-8364C4C4324D}" presName="composite" presStyleCnt="0"/>
      <dgm:spPr/>
    </dgm:pt>
    <dgm:pt modelId="{EA63FACC-1DD7-4340-B334-8FC06DFBA35F}" type="pres">
      <dgm:prSet presAssocID="{5D6EBB46-8C32-4D71-9570-8364C4C4324D}" presName="background" presStyleLbl="node0" presStyleIdx="0" presStyleCnt="3"/>
      <dgm:spPr/>
    </dgm:pt>
    <dgm:pt modelId="{94774B67-41C5-4147-B085-18D12B563BD9}" type="pres">
      <dgm:prSet presAssocID="{5D6EBB46-8C32-4D71-9570-8364C4C4324D}" presName="text" presStyleLbl="fgAcc0" presStyleIdx="0" presStyleCnt="3" custScaleX="115782">
        <dgm:presLayoutVars>
          <dgm:chPref val="3"/>
        </dgm:presLayoutVars>
      </dgm:prSet>
      <dgm:spPr/>
    </dgm:pt>
    <dgm:pt modelId="{53CD1940-B8DD-4271-AB6E-FFF6A5F31036}" type="pres">
      <dgm:prSet presAssocID="{5D6EBB46-8C32-4D71-9570-8364C4C4324D}" presName="hierChild2" presStyleCnt="0"/>
      <dgm:spPr/>
    </dgm:pt>
    <dgm:pt modelId="{05193FFC-5978-42E8-B827-416BF6C90A4D}" type="pres">
      <dgm:prSet presAssocID="{9AF9CAFE-D943-4902-AC4B-8480B1D85723}" presName="hierRoot1" presStyleCnt="0"/>
      <dgm:spPr/>
    </dgm:pt>
    <dgm:pt modelId="{CFFCC7FF-2D16-4636-8BFC-2C78B237EB07}" type="pres">
      <dgm:prSet presAssocID="{9AF9CAFE-D943-4902-AC4B-8480B1D85723}" presName="composite" presStyleCnt="0"/>
      <dgm:spPr/>
    </dgm:pt>
    <dgm:pt modelId="{577AA9ED-B456-4973-8352-B026A2B1A85E}" type="pres">
      <dgm:prSet presAssocID="{9AF9CAFE-D943-4902-AC4B-8480B1D85723}" presName="background" presStyleLbl="node0" presStyleIdx="1" presStyleCnt="3"/>
      <dgm:spPr/>
    </dgm:pt>
    <dgm:pt modelId="{F1544EF3-AD55-41A4-B704-1AEE5CDE3A3C}" type="pres">
      <dgm:prSet presAssocID="{9AF9CAFE-D943-4902-AC4B-8480B1D85723}" presName="text" presStyleLbl="fgAcc0" presStyleIdx="1" presStyleCnt="3">
        <dgm:presLayoutVars>
          <dgm:chPref val="3"/>
        </dgm:presLayoutVars>
      </dgm:prSet>
      <dgm:spPr/>
    </dgm:pt>
    <dgm:pt modelId="{4751CAAE-54FC-457A-BB13-432392F77D17}" type="pres">
      <dgm:prSet presAssocID="{9AF9CAFE-D943-4902-AC4B-8480B1D85723}" presName="hierChild2" presStyleCnt="0"/>
      <dgm:spPr/>
    </dgm:pt>
    <dgm:pt modelId="{59B4C108-8A2E-4B3E-809C-9BA2A07C6994}" type="pres">
      <dgm:prSet presAssocID="{D6B21A53-184E-402A-99C0-CAE4B5C42CC9}" presName="hierRoot1" presStyleCnt="0"/>
      <dgm:spPr/>
    </dgm:pt>
    <dgm:pt modelId="{48B24791-97D6-42E4-8BEE-107D24888F5C}" type="pres">
      <dgm:prSet presAssocID="{D6B21A53-184E-402A-99C0-CAE4B5C42CC9}" presName="composite" presStyleCnt="0"/>
      <dgm:spPr/>
    </dgm:pt>
    <dgm:pt modelId="{06B6ADA5-464D-4EF1-902B-12E143CE595B}" type="pres">
      <dgm:prSet presAssocID="{D6B21A53-184E-402A-99C0-CAE4B5C42CC9}" presName="background" presStyleLbl="node0" presStyleIdx="2" presStyleCnt="3"/>
      <dgm:spPr/>
    </dgm:pt>
    <dgm:pt modelId="{7718403E-434C-406C-AB8B-031DB7270CA7}" type="pres">
      <dgm:prSet presAssocID="{D6B21A53-184E-402A-99C0-CAE4B5C42CC9}" presName="text" presStyleLbl="fgAcc0" presStyleIdx="2" presStyleCnt="3">
        <dgm:presLayoutVars>
          <dgm:chPref val="3"/>
        </dgm:presLayoutVars>
      </dgm:prSet>
      <dgm:spPr/>
    </dgm:pt>
    <dgm:pt modelId="{B2522FFE-DDF0-4D1A-9194-8279BAD0DB6A}" type="pres">
      <dgm:prSet presAssocID="{D6B21A53-184E-402A-99C0-CAE4B5C42CC9}" presName="hierChild2" presStyleCnt="0"/>
      <dgm:spPr/>
    </dgm:pt>
  </dgm:ptLst>
  <dgm:cxnLst>
    <dgm:cxn modelId="{ADD5A12C-46DE-4AED-A5AE-60230DCD8B4D}" type="presOf" srcId="{5D6EBB46-8C32-4D71-9570-8364C4C4324D}" destId="{94774B67-41C5-4147-B085-18D12B563BD9}" srcOrd="0" destOrd="0" presId="urn:microsoft.com/office/officeart/2005/8/layout/hierarchy1"/>
    <dgm:cxn modelId="{49C5073F-35B0-49B9-A481-18DB61A36B30}" type="presOf" srcId="{D96EDC80-5456-4BE6-A146-0386D54E6560}" destId="{90781A86-6574-4438-AE68-446060E9A86D}" srcOrd="0" destOrd="0" presId="urn:microsoft.com/office/officeart/2005/8/layout/hierarchy1"/>
    <dgm:cxn modelId="{5ABD806E-F41F-499E-B0AD-4EC0D35405F3}" type="presOf" srcId="{D6B21A53-184E-402A-99C0-CAE4B5C42CC9}" destId="{7718403E-434C-406C-AB8B-031DB7270CA7}" srcOrd="0" destOrd="0" presId="urn:microsoft.com/office/officeart/2005/8/layout/hierarchy1"/>
    <dgm:cxn modelId="{32824354-78E6-448A-A7CD-BF87D129F6E8}" srcId="{D96EDC80-5456-4BE6-A146-0386D54E6560}" destId="{D6B21A53-184E-402A-99C0-CAE4B5C42CC9}" srcOrd="2" destOrd="0" parTransId="{FD3344A1-B570-4702-8190-196E10F7050F}" sibTransId="{03FBAF2B-32F9-43BB-8D89-C54B50705079}"/>
    <dgm:cxn modelId="{C419397A-9AE1-4A09-AC5F-2F332EF9CD0B}" type="presOf" srcId="{9AF9CAFE-D943-4902-AC4B-8480B1D85723}" destId="{F1544EF3-AD55-41A4-B704-1AEE5CDE3A3C}" srcOrd="0" destOrd="0" presId="urn:microsoft.com/office/officeart/2005/8/layout/hierarchy1"/>
    <dgm:cxn modelId="{0C5F46A3-249E-4578-A865-5A49ADA53CF8}" srcId="{D96EDC80-5456-4BE6-A146-0386D54E6560}" destId="{9AF9CAFE-D943-4902-AC4B-8480B1D85723}" srcOrd="1" destOrd="0" parTransId="{D8719A0C-FC17-4B15-B7F7-8A31AE83CD0B}" sibTransId="{E0515A14-9F73-46F6-A336-7FD199A05760}"/>
    <dgm:cxn modelId="{CE4182E1-91BF-43A4-876D-1FB930697C46}" srcId="{D96EDC80-5456-4BE6-A146-0386D54E6560}" destId="{5D6EBB46-8C32-4D71-9570-8364C4C4324D}" srcOrd="0" destOrd="0" parTransId="{EF393960-C3A2-497E-A2EE-2C51ED46AAD9}" sibTransId="{B95CE8F3-FA81-4358-9C04-00A719CC4DAC}"/>
    <dgm:cxn modelId="{B1DE74FF-3CBF-4FA1-AB37-88EAFA47838C}" type="presParOf" srcId="{90781A86-6574-4438-AE68-446060E9A86D}" destId="{18F30630-BBE3-4AEE-842A-B6E194C7BFBB}" srcOrd="0" destOrd="0" presId="urn:microsoft.com/office/officeart/2005/8/layout/hierarchy1"/>
    <dgm:cxn modelId="{90D09AFF-1E9B-42A9-B584-E70237AD0208}" type="presParOf" srcId="{18F30630-BBE3-4AEE-842A-B6E194C7BFBB}" destId="{55EFFA90-4868-4E85-ABDA-14E94ED6E71E}" srcOrd="0" destOrd="0" presId="urn:microsoft.com/office/officeart/2005/8/layout/hierarchy1"/>
    <dgm:cxn modelId="{24DA3286-8DDE-4581-A631-69A40AF03F2D}" type="presParOf" srcId="{55EFFA90-4868-4E85-ABDA-14E94ED6E71E}" destId="{EA63FACC-1DD7-4340-B334-8FC06DFBA35F}" srcOrd="0" destOrd="0" presId="urn:microsoft.com/office/officeart/2005/8/layout/hierarchy1"/>
    <dgm:cxn modelId="{EC213080-3AB0-42A3-B6D6-841E90C1AC2A}" type="presParOf" srcId="{55EFFA90-4868-4E85-ABDA-14E94ED6E71E}" destId="{94774B67-41C5-4147-B085-18D12B563BD9}" srcOrd="1" destOrd="0" presId="urn:microsoft.com/office/officeart/2005/8/layout/hierarchy1"/>
    <dgm:cxn modelId="{8A791B50-DDC2-404A-88AD-522B9A0599FB}" type="presParOf" srcId="{18F30630-BBE3-4AEE-842A-B6E194C7BFBB}" destId="{53CD1940-B8DD-4271-AB6E-FFF6A5F31036}" srcOrd="1" destOrd="0" presId="urn:microsoft.com/office/officeart/2005/8/layout/hierarchy1"/>
    <dgm:cxn modelId="{3F9BF224-92F8-436F-8441-6DD8FC650F7F}" type="presParOf" srcId="{90781A86-6574-4438-AE68-446060E9A86D}" destId="{05193FFC-5978-42E8-B827-416BF6C90A4D}" srcOrd="1" destOrd="0" presId="urn:microsoft.com/office/officeart/2005/8/layout/hierarchy1"/>
    <dgm:cxn modelId="{4FF28580-8930-4D67-9418-FB87737F6999}" type="presParOf" srcId="{05193FFC-5978-42E8-B827-416BF6C90A4D}" destId="{CFFCC7FF-2D16-4636-8BFC-2C78B237EB07}" srcOrd="0" destOrd="0" presId="urn:microsoft.com/office/officeart/2005/8/layout/hierarchy1"/>
    <dgm:cxn modelId="{B44FD9B2-4068-48D9-99BC-223CC5C413E5}" type="presParOf" srcId="{CFFCC7FF-2D16-4636-8BFC-2C78B237EB07}" destId="{577AA9ED-B456-4973-8352-B026A2B1A85E}" srcOrd="0" destOrd="0" presId="urn:microsoft.com/office/officeart/2005/8/layout/hierarchy1"/>
    <dgm:cxn modelId="{5DFCDD01-2CB5-40EF-B727-63B45877A7B1}" type="presParOf" srcId="{CFFCC7FF-2D16-4636-8BFC-2C78B237EB07}" destId="{F1544EF3-AD55-41A4-B704-1AEE5CDE3A3C}" srcOrd="1" destOrd="0" presId="urn:microsoft.com/office/officeart/2005/8/layout/hierarchy1"/>
    <dgm:cxn modelId="{295C2EE4-73EF-4D92-9C07-DBC27FAC2C22}" type="presParOf" srcId="{05193FFC-5978-42E8-B827-416BF6C90A4D}" destId="{4751CAAE-54FC-457A-BB13-432392F77D17}" srcOrd="1" destOrd="0" presId="urn:microsoft.com/office/officeart/2005/8/layout/hierarchy1"/>
    <dgm:cxn modelId="{CF31F2A1-4AA6-4368-9DAC-2ACBA61E742D}" type="presParOf" srcId="{90781A86-6574-4438-AE68-446060E9A86D}" destId="{59B4C108-8A2E-4B3E-809C-9BA2A07C6994}" srcOrd="2" destOrd="0" presId="urn:microsoft.com/office/officeart/2005/8/layout/hierarchy1"/>
    <dgm:cxn modelId="{AE323DE5-9404-4138-B66D-E310A00C0865}" type="presParOf" srcId="{59B4C108-8A2E-4B3E-809C-9BA2A07C6994}" destId="{48B24791-97D6-42E4-8BEE-107D24888F5C}" srcOrd="0" destOrd="0" presId="urn:microsoft.com/office/officeart/2005/8/layout/hierarchy1"/>
    <dgm:cxn modelId="{9F325664-0FBB-4ACC-A0AF-6C1129A4E2FB}" type="presParOf" srcId="{48B24791-97D6-42E4-8BEE-107D24888F5C}" destId="{06B6ADA5-464D-4EF1-902B-12E143CE595B}" srcOrd="0" destOrd="0" presId="urn:microsoft.com/office/officeart/2005/8/layout/hierarchy1"/>
    <dgm:cxn modelId="{5D825E33-EBBC-4107-9CE6-5B3CF7032289}" type="presParOf" srcId="{48B24791-97D6-42E4-8BEE-107D24888F5C}" destId="{7718403E-434C-406C-AB8B-031DB7270CA7}" srcOrd="1" destOrd="0" presId="urn:microsoft.com/office/officeart/2005/8/layout/hierarchy1"/>
    <dgm:cxn modelId="{18840F22-BDB4-45E7-BC47-1AF9E1D3E4C1}" type="presParOf" srcId="{59B4C108-8A2E-4B3E-809C-9BA2A07C6994}" destId="{B2522FFE-DDF0-4D1A-9194-8279BAD0DB6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7E3727B-7800-491B-84A4-A56E2FF3023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US"/>
        </a:p>
      </dgm:t>
    </dgm:pt>
    <dgm:pt modelId="{50B8B0FC-E1D0-48E8-8B4E-25FEE3A244A1}">
      <dgm:prSet custT="1"/>
      <dgm:spPr/>
      <dgm:t>
        <a:bodyPr/>
        <a:lstStyle/>
        <a:p>
          <a:r>
            <a:rPr lang="vi-VN" sz="2400"/>
            <a:t>Đề tài cho thấy tính khả thi của việc ứng dụng AI Agent vào hoạt động giới thiệu trường học, hỗ trợ truyền thông và tuyển sinh.</a:t>
          </a:r>
          <a:endParaRPr lang="en-US" sz="2400"/>
        </a:p>
      </dgm:t>
    </dgm:pt>
    <dgm:pt modelId="{03E96DF6-59D2-41C3-8CFC-1553940CF515}" type="parTrans" cxnId="{4C93FE6B-C47C-470D-9784-020AC18B7F51}">
      <dgm:prSet/>
      <dgm:spPr/>
      <dgm:t>
        <a:bodyPr/>
        <a:lstStyle/>
        <a:p>
          <a:endParaRPr lang="en-US"/>
        </a:p>
      </dgm:t>
    </dgm:pt>
    <dgm:pt modelId="{CFF08B6E-09AA-4DE3-AEA9-F920E5C44D0F}" type="sibTrans" cxnId="{4C93FE6B-C47C-470D-9784-020AC18B7F51}">
      <dgm:prSet/>
      <dgm:spPr/>
      <dgm:t>
        <a:bodyPr/>
        <a:lstStyle/>
        <a:p>
          <a:endParaRPr lang="en-US"/>
        </a:p>
      </dgm:t>
    </dgm:pt>
    <dgm:pt modelId="{C06B3FC0-3227-453C-B899-382970D64981}" type="pres">
      <dgm:prSet presAssocID="{07E3727B-7800-491B-84A4-A56E2FF30238}" presName="linear" presStyleCnt="0">
        <dgm:presLayoutVars>
          <dgm:animLvl val="lvl"/>
          <dgm:resizeHandles val="exact"/>
        </dgm:presLayoutVars>
      </dgm:prSet>
      <dgm:spPr/>
    </dgm:pt>
    <dgm:pt modelId="{344A35D9-C123-45B1-8286-82A88F003525}" type="pres">
      <dgm:prSet presAssocID="{50B8B0FC-E1D0-48E8-8B4E-25FEE3A244A1}" presName="parentText" presStyleLbl="node1" presStyleIdx="0" presStyleCnt="1" custLinFactNeighborX="-696" custLinFactNeighborY="-6304">
        <dgm:presLayoutVars>
          <dgm:chMax val="0"/>
          <dgm:bulletEnabled val="1"/>
        </dgm:presLayoutVars>
      </dgm:prSet>
      <dgm:spPr/>
    </dgm:pt>
  </dgm:ptLst>
  <dgm:cxnLst>
    <dgm:cxn modelId="{4C93FE6B-C47C-470D-9784-020AC18B7F51}" srcId="{07E3727B-7800-491B-84A4-A56E2FF30238}" destId="{50B8B0FC-E1D0-48E8-8B4E-25FEE3A244A1}" srcOrd="0" destOrd="0" parTransId="{03E96DF6-59D2-41C3-8CFC-1553940CF515}" sibTransId="{CFF08B6E-09AA-4DE3-AEA9-F920E5C44D0F}"/>
    <dgm:cxn modelId="{C51535EB-8390-45E3-8688-16D333E71406}" type="presOf" srcId="{50B8B0FC-E1D0-48E8-8B4E-25FEE3A244A1}" destId="{344A35D9-C123-45B1-8286-82A88F003525}" srcOrd="0" destOrd="0" presId="urn:microsoft.com/office/officeart/2005/8/layout/vList2"/>
    <dgm:cxn modelId="{BD286FF5-1A93-4D8B-83CF-0A9E854C4B74}" type="presOf" srcId="{07E3727B-7800-491B-84A4-A56E2FF30238}" destId="{C06B3FC0-3227-453C-B899-382970D64981}" srcOrd="0" destOrd="0" presId="urn:microsoft.com/office/officeart/2005/8/layout/vList2"/>
    <dgm:cxn modelId="{112C5366-07ED-4FBB-9272-C1905637466F}" type="presParOf" srcId="{C06B3FC0-3227-453C-B899-382970D64981}" destId="{344A35D9-C123-45B1-8286-82A88F00352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28D296-7102-4642-91CF-A4D072E31659}">
      <dsp:nvSpPr>
        <dsp:cNvPr id="0" name=""/>
        <dsp:cNvSpPr/>
      </dsp:nvSpPr>
      <dsp:spPr>
        <a:xfrm>
          <a:off x="-5716133" y="-874950"/>
          <a:ext cx="6805430" cy="6805430"/>
        </a:xfrm>
        <a:prstGeom prst="blockArc">
          <a:avLst>
            <a:gd name="adj1" fmla="val 18900000"/>
            <a:gd name="adj2" fmla="val 2700000"/>
            <a:gd name="adj3" fmla="val 317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6AB447-ABC6-4C1C-8495-11B49B39ABFD}">
      <dsp:nvSpPr>
        <dsp:cNvPr id="0" name=""/>
        <dsp:cNvSpPr/>
      </dsp:nvSpPr>
      <dsp:spPr>
        <a:xfrm>
          <a:off x="570194" y="388669"/>
          <a:ext cx="10390707" cy="7777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7333" tIns="101600" rIns="101600" bIns="1016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000" kern="1200"/>
            <a:t>Bối cảnh và mục tiêu đề tài </a:t>
          </a:r>
          <a:endParaRPr lang="en-US" sz="4000" kern="1200"/>
        </a:p>
      </dsp:txBody>
      <dsp:txXfrm>
        <a:off x="570194" y="388669"/>
        <a:ext cx="10390707" cy="777742"/>
      </dsp:txXfrm>
    </dsp:sp>
    <dsp:sp modelId="{7F5C29B6-3D52-4994-A638-9972250320E6}">
      <dsp:nvSpPr>
        <dsp:cNvPr id="0" name=""/>
        <dsp:cNvSpPr/>
      </dsp:nvSpPr>
      <dsp:spPr>
        <a:xfrm>
          <a:off x="84105" y="291451"/>
          <a:ext cx="972178" cy="9721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87CD11-D54B-41C5-A5F2-B3949575118F}">
      <dsp:nvSpPr>
        <dsp:cNvPr id="0" name=""/>
        <dsp:cNvSpPr/>
      </dsp:nvSpPr>
      <dsp:spPr>
        <a:xfrm>
          <a:off x="1016092" y="1555485"/>
          <a:ext cx="9944810" cy="7777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7333" tIns="101600" rIns="101600" bIns="1016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000" kern="1200"/>
            <a:t>Giải pháp AI Agent tham quan ảo </a:t>
          </a:r>
          <a:endParaRPr lang="en-US" sz="4000" kern="1200"/>
        </a:p>
      </dsp:txBody>
      <dsp:txXfrm>
        <a:off x="1016092" y="1555485"/>
        <a:ext cx="9944810" cy="777742"/>
      </dsp:txXfrm>
    </dsp:sp>
    <dsp:sp modelId="{8F542CE7-D776-4BE6-9BE2-48ED2F9CCA01}">
      <dsp:nvSpPr>
        <dsp:cNvPr id="0" name=""/>
        <dsp:cNvSpPr/>
      </dsp:nvSpPr>
      <dsp:spPr>
        <a:xfrm>
          <a:off x="530002" y="1458267"/>
          <a:ext cx="972178" cy="9721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488CFA-3901-4675-96A5-17F54F5CD70C}">
      <dsp:nvSpPr>
        <dsp:cNvPr id="0" name=""/>
        <dsp:cNvSpPr/>
      </dsp:nvSpPr>
      <dsp:spPr>
        <a:xfrm>
          <a:off x="1016092" y="2722301"/>
          <a:ext cx="9944810" cy="7777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7333" tIns="101600" rIns="101600" bIns="1016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000" kern="1200"/>
            <a:t>Sản phẩm</a:t>
          </a:r>
          <a:r>
            <a:rPr lang="en-US" sz="4000" kern="1200"/>
            <a:t> </a:t>
          </a:r>
          <a:r>
            <a:rPr lang="en-US" sz="4000" kern="1200">
              <a:latin typeface="Arial" panose="020B0604020202020204" pitchFamily="34" charset="0"/>
              <a:cs typeface="Arial" panose="020B0604020202020204" pitchFamily="34" charset="0"/>
            </a:rPr>
            <a:t>thực tế</a:t>
          </a:r>
          <a:r>
            <a:rPr lang="vi-VN" sz="40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US" sz="40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16092" y="2722301"/>
        <a:ext cx="9944810" cy="777742"/>
      </dsp:txXfrm>
    </dsp:sp>
    <dsp:sp modelId="{60852598-F752-43D5-BF55-2A23E9EA13A3}">
      <dsp:nvSpPr>
        <dsp:cNvPr id="0" name=""/>
        <dsp:cNvSpPr/>
      </dsp:nvSpPr>
      <dsp:spPr>
        <a:xfrm>
          <a:off x="530002" y="2625083"/>
          <a:ext cx="972178" cy="9721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1132D1-293D-4777-98FD-8DBAF7B7353E}">
      <dsp:nvSpPr>
        <dsp:cNvPr id="0" name=""/>
        <dsp:cNvSpPr/>
      </dsp:nvSpPr>
      <dsp:spPr>
        <a:xfrm>
          <a:off x="570194" y="3889117"/>
          <a:ext cx="10390707" cy="7777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7333" tIns="101600" rIns="101600" bIns="1016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000" kern="1200"/>
            <a:t>Kết quả và hướng phát triển</a:t>
          </a:r>
          <a:endParaRPr lang="en-US" sz="4000" kern="1200"/>
        </a:p>
      </dsp:txBody>
      <dsp:txXfrm>
        <a:off x="570194" y="3889117"/>
        <a:ext cx="10390707" cy="777742"/>
      </dsp:txXfrm>
    </dsp:sp>
    <dsp:sp modelId="{B8399194-1B98-423F-B37A-084BB5866D01}">
      <dsp:nvSpPr>
        <dsp:cNvPr id="0" name=""/>
        <dsp:cNvSpPr/>
      </dsp:nvSpPr>
      <dsp:spPr>
        <a:xfrm>
          <a:off x="84105" y="3791899"/>
          <a:ext cx="972178" cy="9721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720216-1EA9-4140-8265-170A7DEB20F1}">
      <dsp:nvSpPr>
        <dsp:cNvPr id="0" name=""/>
        <dsp:cNvSpPr/>
      </dsp:nvSpPr>
      <dsp:spPr>
        <a:xfrm>
          <a:off x="6406" y="418594"/>
          <a:ext cx="3000334" cy="15001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000" b="1" kern="1200"/>
            <a:t>Thông tin</a:t>
          </a:r>
          <a:endParaRPr lang="en-US" sz="3000" b="1" kern="1200"/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000" b="1" kern="1200"/>
            <a:t>rời rạc </a:t>
          </a:r>
          <a:endParaRPr lang="en-US" sz="3000" b="1" kern="1200"/>
        </a:p>
      </dsp:txBody>
      <dsp:txXfrm>
        <a:off x="50344" y="462532"/>
        <a:ext cx="2912458" cy="1412291"/>
      </dsp:txXfrm>
    </dsp:sp>
    <dsp:sp modelId="{A8282BE4-2B11-431D-96CB-56E60151662F}">
      <dsp:nvSpPr>
        <dsp:cNvPr id="0" name=""/>
        <dsp:cNvSpPr/>
      </dsp:nvSpPr>
      <dsp:spPr>
        <a:xfrm>
          <a:off x="306439" y="1918761"/>
          <a:ext cx="300033" cy="11251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5125"/>
              </a:lnTo>
              <a:lnTo>
                <a:pt x="300033" y="112512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2E24FF-8A4C-42EA-8364-60D1AA0A3A18}">
      <dsp:nvSpPr>
        <dsp:cNvPr id="0" name=""/>
        <dsp:cNvSpPr/>
      </dsp:nvSpPr>
      <dsp:spPr>
        <a:xfrm>
          <a:off x="606472" y="2293803"/>
          <a:ext cx="2400267" cy="1500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ts val="0"/>
            </a:spcAft>
            <a:buFontTx/>
            <a:buNone/>
          </a:pPr>
          <a:r>
            <a:rPr lang="vi-VN" sz="1700" kern="1200"/>
            <a:t>Thông tin về trường, ngành đào tạo và địa điểm trong khuôn viên còn được trình bày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ts val="0"/>
            </a:spcAft>
            <a:buFontTx/>
            <a:buNone/>
          </a:pPr>
          <a:r>
            <a:rPr lang="vi-VN" sz="1700" kern="1200"/>
            <a:t>rời rạc ở nhiều nguồn.</a:t>
          </a:r>
          <a:endParaRPr lang="en-US" sz="1700" kern="1200"/>
        </a:p>
      </dsp:txBody>
      <dsp:txXfrm>
        <a:off x="650410" y="2337741"/>
        <a:ext cx="2312391" cy="1412291"/>
      </dsp:txXfrm>
    </dsp:sp>
    <dsp:sp modelId="{7385F3FD-8FE4-433A-B253-F3260912D547}">
      <dsp:nvSpPr>
        <dsp:cNvPr id="0" name=""/>
        <dsp:cNvSpPr/>
      </dsp:nvSpPr>
      <dsp:spPr>
        <a:xfrm>
          <a:off x="3756823" y="418594"/>
          <a:ext cx="3316689" cy="15001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900" b="1" kern="1200"/>
            <a:t>Thiếu trải nghiệm</a:t>
          </a:r>
          <a:endParaRPr lang="en-US" sz="2900" b="1" kern="1200"/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900" b="1" kern="1200"/>
            <a:t>trực quan </a:t>
          </a:r>
          <a:endParaRPr lang="en-US" sz="2900" b="1" kern="1200"/>
        </a:p>
      </dsp:txBody>
      <dsp:txXfrm>
        <a:off x="3800761" y="462532"/>
        <a:ext cx="3228813" cy="1412291"/>
      </dsp:txXfrm>
    </dsp:sp>
    <dsp:sp modelId="{C8F4156F-380D-4E28-A93B-4EB65FAC3B78}">
      <dsp:nvSpPr>
        <dsp:cNvPr id="0" name=""/>
        <dsp:cNvSpPr/>
      </dsp:nvSpPr>
      <dsp:spPr>
        <a:xfrm>
          <a:off x="4088492" y="1918761"/>
          <a:ext cx="331668" cy="11251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5125"/>
              </a:lnTo>
              <a:lnTo>
                <a:pt x="331668" y="112512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12B273-6C4E-4C7B-90E2-5CC906318D6C}">
      <dsp:nvSpPr>
        <dsp:cNvPr id="0" name=""/>
        <dsp:cNvSpPr/>
      </dsp:nvSpPr>
      <dsp:spPr>
        <a:xfrm>
          <a:off x="4420161" y="2293803"/>
          <a:ext cx="2400267" cy="1500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vi-VN" sz="1700" kern="1200"/>
            <a:t>Người dùng mới khó hình dung môi trường học tập nếu chỉ xem văn bản</a:t>
          </a:r>
          <a:r>
            <a:rPr lang="en-US" sz="1700" kern="1200"/>
            <a:t>,</a:t>
          </a:r>
          <a:r>
            <a:rPr lang="vi-VN" sz="1700" kern="1200"/>
            <a:t> hình ảnh tĩnh.</a:t>
          </a:r>
          <a:endParaRPr lang="en-US" sz="1700" kern="1200"/>
        </a:p>
      </dsp:txBody>
      <dsp:txXfrm>
        <a:off x="4464099" y="2337741"/>
        <a:ext cx="2312391" cy="1412291"/>
      </dsp:txXfrm>
    </dsp:sp>
    <dsp:sp modelId="{7B45ABAA-AED4-479B-92EA-47E6151E6EA2}">
      <dsp:nvSpPr>
        <dsp:cNvPr id="0" name=""/>
        <dsp:cNvSpPr/>
      </dsp:nvSpPr>
      <dsp:spPr>
        <a:xfrm>
          <a:off x="7823596" y="418594"/>
          <a:ext cx="3201746" cy="15001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900" b="1" kern="1200"/>
            <a:t>Thiếu tương tác tức thời</a:t>
          </a:r>
          <a:endParaRPr lang="en-US" sz="2900" b="1" kern="1200"/>
        </a:p>
      </dsp:txBody>
      <dsp:txXfrm>
        <a:off x="7867534" y="462532"/>
        <a:ext cx="3113870" cy="1412291"/>
      </dsp:txXfrm>
    </dsp:sp>
    <dsp:sp modelId="{655D6254-441D-4A5C-9BC6-95B480CF8CF4}">
      <dsp:nvSpPr>
        <dsp:cNvPr id="0" name=""/>
        <dsp:cNvSpPr/>
      </dsp:nvSpPr>
      <dsp:spPr>
        <a:xfrm>
          <a:off x="8143771" y="1918761"/>
          <a:ext cx="320174" cy="11251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5125"/>
              </a:lnTo>
              <a:lnTo>
                <a:pt x="320174" y="112512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1D0C01-7218-462B-A8F6-C042E8F6B47C}">
      <dsp:nvSpPr>
        <dsp:cNvPr id="0" name=""/>
        <dsp:cNvSpPr/>
      </dsp:nvSpPr>
      <dsp:spPr>
        <a:xfrm>
          <a:off x="8463945" y="2293803"/>
          <a:ext cx="2400267" cy="1500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vi-VN" sz="1700" kern="1200"/>
            <a:t>Chưa có một kênh hỗ trợ để người dùng vừa hỏi thông tin, vừa mở media, bản đồ </a:t>
          </a:r>
          <a:r>
            <a:rPr lang="en-US" sz="1700" kern="1200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vi-VN" sz="1700" kern="1200"/>
            <a:t> điều hướng theo ngữ cảnh.</a:t>
          </a:r>
          <a:endParaRPr lang="en-US" sz="1700" kern="1200"/>
        </a:p>
      </dsp:txBody>
      <dsp:txXfrm>
        <a:off x="8507883" y="2337741"/>
        <a:ext cx="2312391" cy="14122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77796F-E6A3-45E2-A27C-54913AD34F98}">
      <dsp:nvSpPr>
        <dsp:cNvPr id="0" name=""/>
        <dsp:cNvSpPr/>
      </dsp:nvSpPr>
      <dsp:spPr>
        <a:xfrm>
          <a:off x="0" y="384"/>
          <a:ext cx="11031748" cy="9565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400" kern="1200"/>
            <a:t>Từ thực tế đó, đề tài hướng đến</a:t>
          </a:r>
          <a:r>
            <a:rPr lang="en-US" sz="2400" kern="1200"/>
            <a:t> </a:t>
          </a:r>
          <a:r>
            <a:rPr lang="en-US" sz="2400" kern="1200">
              <a:latin typeface="Arial" panose="020B0604020202020204" pitchFamily="34" charset="0"/>
              <a:cs typeface="Arial" panose="020B0604020202020204" pitchFamily="34" charset="0"/>
            </a:rPr>
            <a:t>xây dựng</a:t>
          </a:r>
          <a:r>
            <a:rPr lang="vi-VN" sz="24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400" kern="1200"/>
            <a:t>giải pháp giúp người dùng tìm hiểu Đại học Trà Vinh theo cách trực quan hơn, có tương tác hơn và dễ tiếp cận.</a:t>
          </a:r>
          <a:endParaRPr lang="en-US" sz="2400" kern="1200"/>
        </a:p>
      </dsp:txBody>
      <dsp:txXfrm>
        <a:off x="46697" y="47081"/>
        <a:ext cx="10938354" cy="8631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21784-2646-4716-A532-E9DD8468DBAA}">
      <dsp:nvSpPr>
        <dsp:cNvPr id="0" name=""/>
        <dsp:cNvSpPr/>
      </dsp:nvSpPr>
      <dsp:spPr>
        <a:xfrm>
          <a:off x="0" y="0"/>
          <a:ext cx="11031748" cy="9665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400" kern="1200"/>
            <a:t>Xây dựng hệ thống tham quan ảo giúp người dùng tìm hiểu Đại học Trà Vinh một cách trực quan,</a:t>
          </a:r>
          <a:r>
            <a:rPr lang="en-US" sz="2400" kern="1200"/>
            <a:t> </a:t>
          </a:r>
          <a:r>
            <a:rPr lang="vi-VN" sz="2400" kern="1200"/>
            <a:t>có tương tác và dễ cập nhật nội dung.</a:t>
          </a:r>
          <a:endParaRPr lang="en-US" sz="2400" kern="1200"/>
        </a:p>
      </dsp:txBody>
      <dsp:txXfrm>
        <a:off x="47183" y="47183"/>
        <a:ext cx="10937382" cy="87218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8C425E-1AF2-4E30-9233-CF7878C2197A}">
      <dsp:nvSpPr>
        <dsp:cNvPr id="0" name=""/>
        <dsp:cNvSpPr/>
      </dsp:nvSpPr>
      <dsp:spPr>
        <a:xfrm>
          <a:off x="2175" y="590249"/>
          <a:ext cx="2404363" cy="15456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400" b="1" kern="1200"/>
            <a:t>1. Xây dựng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400" b="1" kern="1200"/>
            <a:t>giao diện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400" b="1" kern="1200"/>
            <a:t>tham quan ảo </a:t>
          </a:r>
        </a:p>
      </dsp:txBody>
      <dsp:txXfrm>
        <a:off x="47446" y="635520"/>
        <a:ext cx="2313821" cy="1455129"/>
      </dsp:txXfrm>
    </dsp:sp>
    <dsp:sp modelId="{0183DDCB-B8AF-4E52-B2EE-53D7E3859D13}">
      <dsp:nvSpPr>
        <dsp:cNvPr id="0" name=""/>
        <dsp:cNvSpPr/>
      </dsp:nvSpPr>
      <dsp:spPr>
        <a:xfrm>
          <a:off x="2876520" y="590249"/>
          <a:ext cx="2404363" cy="15456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400" b="1" kern="1200"/>
            <a:t>2. Xây dựng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400" b="1" kern="1200"/>
            <a:t>AI Agent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400" b="1" kern="1200"/>
            <a:t>hỏi đáp qua RAG</a:t>
          </a:r>
        </a:p>
      </dsp:txBody>
      <dsp:txXfrm>
        <a:off x="2921791" y="635520"/>
        <a:ext cx="2313821" cy="1455129"/>
      </dsp:txXfrm>
    </dsp:sp>
    <dsp:sp modelId="{E3D1ED5E-0437-483E-A4BB-1385E3851C9D}">
      <dsp:nvSpPr>
        <dsp:cNvPr id="0" name=""/>
        <dsp:cNvSpPr/>
      </dsp:nvSpPr>
      <dsp:spPr>
        <a:xfrm>
          <a:off x="5750864" y="590249"/>
          <a:ext cx="2404363" cy="15456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400" b="1" kern="1200"/>
            <a:t>3. AI điều khiển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400" b="1" kern="1200"/>
            <a:t>giao diện qua Function Calling</a:t>
          </a:r>
        </a:p>
      </dsp:txBody>
      <dsp:txXfrm>
        <a:off x="5796135" y="635520"/>
        <a:ext cx="2313821" cy="1455129"/>
      </dsp:txXfrm>
    </dsp:sp>
    <dsp:sp modelId="{D791FC02-FC20-4A96-94EB-482498F19FAB}">
      <dsp:nvSpPr>
        <dsp:cNvPr id="0" name=""/>
        <dsp:cNvSpPr/>
      </dsp:nvSpPr>
      <dsp:spPr>
        <a:xfrm>
          <a:off x="8625209" y="590249"/>
          <a:ext cx="2404363" cy="15456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400" b="1" kern="1200"/>
            <a:t>4. Xây dựng trang quản trị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400" b="1" kern="1200"/>
            <a:t>nội dung</a:t>
          </a:r>
        </a:p>
      </dsp:txBody>
      <dsp:txXfrm>
        <a:off x="8670480" y="635520"/>
        <a:ext cx="2313821" cy="145512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745D04-B82D-4822-AB18-706FEBC9A907}">
      <dsp:nvSpPr>
        <dsp:cNvPr id="0" name=""/>
        <dsp:cNvSpPr/>
      </dsp:nvSpPr>
      <dsp:spPr>
        <a:xfrm>
          <a:off x="0" y="1791477"/>
          <a:ext cx="12086393" cy="2388636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2914E9-5834-47D9-B84F-86E9673D2F4B}">
      <dsp:nvSpPr>
        <dsp:cNvPr id="0" name=""/>
        <dsp:cNvSpPr/>
      </dsp:nvSpPr>
      <dsp:spPr>
        <a:xfrm>
          <a:off x="1903" y="0"/>
          <a:ext cx="3846727" cy="2388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b" anchorCtr="1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1. </a:t>
          </a:r>
          <a:r>
            <a:rPr lang="vi-VN" sz="2300" b="1" kern="1200"/>
            <a:t>Người dùng tương tác</a:t>
          </a:r>
          <a:endParaRPr lang="en-US" sz="23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800" kern="1200"/>
            <a:t>Chọn địa điểm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800" kern="1200"/>
            <a:t>Đặt câu hỏi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800" kern="1200"/>
            <a:t>Yêu cầu mở bản đồ/dẫn đường</a:t>
          </a:r>
          <a:endParaRPr lang="en-US" sz="1800" kern="1200"/>
        </a:p>
      </dsp:txBody>
      <dsp:txXfrm>
        <a:off x="1903" y="0"/>
        <a:ext cx="3846727" cy="2388636"/>
      </dsp:txXfrm>
    </dsp:sp>
    <dsp:sp modelId="{CE28C4F9-3215-4E7F-BA2E-000ED1C1AAF9}">
      <dsp:nvSpPr>
        <dsp:cNvPr id="0" name=""/>
        <dsp:cNvSpPr/>
      </dsp:nvSpPr>
      <dsp:spPr>
        <a:xfrm>
          <a:off x="1626687" y="2687215"/>
          <a:ext cx="597159" cy="5971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6F9B4F-5C38-4BDD-B4AE-1B26EBB695A5}">
      <dsp:nvSpPr>
        <dsp:cNvPr id="0" name=""/>
        <dsp:cNvSpPr/>
      </dsp:nvSpPr>
      <dsp:spPr>
        <a:xfrm>
          <a:off x="3984602" y="3582954"/>
          <a:ext cx="3150877" cy="2388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t" anchorCtr="1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200" b="1" kern="1200"/>
            <a:t>2. AI Agent xử lý</a:t>
          </a:r>
          <a:endParaRPr lang="en-US" sz="22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700" kern="1200"/>
            <a:t>Hiểu nội dung người dùng </a:t>
          </a:r>
          <a:r>
            <a:rPr lang="en-US" sz="1700" kern="1200"/>
            <a:t> </a:t>
          </a:r>
          <a:r>
            <a:rPr lang="en-US" sz="1700" kern="1200">
              <a:latin typeface="Arial" panose="020B0604020202020204" pitchFamily="34" charset="0"/>
              <a:cs typeface="Arial" panose="020B0604020202020204" pitchFamily="34" charset="0"/>
            </a:rPr>
            <a:t>đang</a:t>
          </a:r>
          <a:r>
            <a:rPr lang="en-US" sz="1700" kern="1200"/>
            <a:t> </a:t>
          </a:r>
          <a:r>
            <a:rPr lang="vi-VN" sz="1700" kern="1200"/>
            <a:t>hỏi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700" kern="1200"/>
            <a:t>Tìm thông tin liên quan trong dữ liệu đã chuẩn bị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700" kern="1200"/>
            <a:t>Xác định hành động phù hợp với giao diện</a:t>
          </a:r>
          <a:endParaRPr lang="en-US" sz="1700" kern="1200"/>
        </a:p>
      </dsp:txBody>
      <dsp:txXfrm>
        <a:off x="3984602" y="3582954"/>
        <a:ext cx="3150877" cy="2388636"/>
      </dsp:txXfrm>
    </dsp:sp>
    <dsp:sp modelId="{E3573C79-CC8E-4DB8-ABD0-9793DD131B86}">
      <dsp:nvSpPr>
        <dsp:cNvPr id="0" name=""/>
        <dsp:cNvSpPr/>
      </dsp:nvSpPr>
      <dsp:spPr>
        <a:xfrm>
          <a:off x="5261461" y="2687215"/>
          <a:ext cx="597159" cy="5971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756281-283D-48AD-A37D-DB0BAFFF2EBF}">
      <dsp:nvSpPr>
        <dsp:cNvPr id="0" name=""/>
        <dsp:cNvSpPr/>
      </dsp:nvSpPr>
      <dsp:spPr>
        <a:xfrm>
          <a:off x="7271452" y="0"/>
          <a:ext cx="3604398" cy="2388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b" anchorCtr="1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200" b="1" kern="1200"/>
            <a:t>3. Hệ thống phản hồi</a:t>
          </a:r>
          <a:endParaRPr lang="en-US" sz="22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700" kern="1200"/>
            <a:t>Trả lời bằng văn bản / giọng nói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700" kern="1200"/>
            <a:t>Hiển thị ảnh 360 độ, media, thông tin địa điểm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700" kern="1200"/>
            <a:t>Mở bản đồ và tuyến đường tương ứng</a:t>
          </a:r>
          <a:endParaRPr lang="en-US" sz="1700" kern="1200"/>
        </a:p>
      </dsp:txBody>
      <dsp:txXfrm>
        <a:off x="7271452" y="0"/>
        <a:ext cx="3604398" cy="2388636"/>
      </dsp:txXfrm>
    </dsp:sp>
    <dsp:sp modelId="{093B8CD6-1C75-4CE3-9D89-A73EFE159D95}">
      <dsp:nvSpPr>
        <dsp:cNvPr id="0" name=""/>
        <dsp:cNvSpPr/>
      </dsp:nvSpPr>
      <dsp:spPr>
        <a:xfrm>
          <a:off x="8775071" y="2687215"/>
          <a:ext cx="597159" cy="5971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B81C7D-BF2D-4057-A55B-CBCC76EDC77C}">
      <dsp:nvSpPr>
        <dsp:cNvPr id="0" name=""/>
        <dsp:cNvSpPr/>
      </dsp:nvSpPr>
      <dsp:spPr>
        <a:xfrm>
          <a:off x="0" y="445614"/>
          <a:ext cx="11031748" cy="1984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6186" tIns="583184" rIns="856186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ts val="0"/>
            </a:spcAft>
            <a:buFont typeface="Arial" panose="020B0604020202020204" pitchFamily="34" charset="0"/>
            <a:buChar char="•"/>
          </a:pPr>
          <a:r>
            <a:rPr lang="vi-VN" sz="2800" kern="1200"/>
            <a:t>Kỹ thuật cho phép AI gọi hàm để tác động lên giao diện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ts val="0"/>
            </a:spcAft>
            <a:buFont typeface="Arial" panose="020B0604020202020204" pitchFamily="34" charset="0"/>
            <a:buChar char="•"/>
          </a:pPr>
          <a:r>
            <a:rPr lang="vi-VN" sz="2800" kern="1200"/>
            <a:t>Ví dụ: Người dùng hỏi "Thư viện ở đâu?" → AI trả lời </a:t>
          </a:r>
          <a:r>
            <a:rPr lang="en-US" sz="2800" kern="1200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2800" kern="1200"/>
            <a:t> </a:t>
          </a:r>
          <a:r>
            <a:rPr lang="vi-VN" sz="2800" kern="1200"/>
            <a:t>gọi hàm chuyển cảnh đến Thư viện</a:t>
          </a:r>
          <a:endParaRPr lang="en-US" sz="2800" kern="1200"/>
        </a:p>
      </dsp:txBody>
      <dsp:txXfrm>
        <a:off x="0" y="445614"/>
        <a:ext cx="11031748" cy="1984500"/>
      </dsp:txXfrm>
    </dsp:sp>
    <dsp:sp modelId="{3C9EFF13-A348-47B2-8A1C-86D4ED1A3F9E}">
      <dsp:nvSpPr>
        <dsp:cNvPr id="0" name=""/>
        <dsp:cNvSpPr/>
      </dsp:nvSpPr>
      <dsp:spPr>
        <a:xfrm>
          <a:off x="551587" y="32334"/>
          <a:ext cx="7722224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82" tIns="0" rIns="291882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FUNCTION CALLING</a:t>
          </a:r>
        </a:p>
      </dsp:txBody>
      <dsp:txXfrm>
        <a:off x="591936" y="72683"/>
        <a:ext cx="7641526" cy="745862"/>
      </dsp:txXfrm>
    </dsp:sp>
    <dsp:sp modelId="{4D992CD6-D94E-4969-A871-476F5BF2AA3B}">
      <dsp:nvSpPr>
        <dsp:cNvPr id="0" name=""/>
        <dsp:cNvSpPr/>
      </dsp:nvSpPr>
      <dsp:spPr>
        <a:xfrm>
          <a:off x="0" y="2994594"/>
          <a:ext cx="11031748" cy="2028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6186" tIns="583184" rIns="856186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vi-VN" sz="2800" kern="1200"/>
            <a:t>Kỹ thuật giúp AI trả lời dựa trên tài liệu thật, không tự bịa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vi-VN" sz="2800" kern="1200"/>
            <a:t>Quy trình:</a:t>
          </a:r>
          <a:r>
            <a:rPr lang="en-US" sz="2800" kern="1200"/>
            <a:t> </a:t>
          </a:r>
          <a:r>
            <a:rPr lang="vi-VN" sz="2800" kern="1200"/>
            <a:t>Câu hỏi → Tìm đoạn tài liệu liên quan</a:t>
          </a:r>
          <a:r>
            <a:rPr lang="en-US" sz="2800" kern="1200"/>
            <a:t>	  </a:t>
          </a:r>
          <a:r>
            <a:rPr lang="vi-VN" sz="2800" kern="1200"/>
            <a:t> → Đưa vào AI làm ngữ cảnh → Sinh câu trả lời</a:t>
          </a:r>
          <a:endParaRPr lang="en-US" sz="2800" kern="1200"/>
        </a:p>
      </dsp:txBody>
      <dsp:txXfrm>
        <a:off x="0" y="2994594"/>
        <a:ext cx="11031748" cy="2028600"/>
      </dsp:txXfrm>
    </dsp:sp>
    <dsp:sp modelId="{FE71422C-DC79-4CA7-A620-7A7952DB40C1}">
      <dsp:nvSpPr>
        <dsp:cNvPr id="0" name=""/>
        <dsp:cNvSpPr/>
      </dsp:nvSpPr>
      <dsp:spPr>
        <a:xfrm>
          <a:off x="551587" y="2581314"/>
          <a:ext cx="7722224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82" tIns="0" rIns="291882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vi-VN" sz="2800" b="1" kern="1200"/>
            <a:t>RAG</a:t>
          </a:r>
          <a:endParaRPr lang="en-US" sz="2800" kern="1200"/>
        </a:p>
      </dsp:txBody>
      <dsp:txXfrm>
        <a:off x="591936" y="2621663"/>
        <a:ext cx="7641526" cy="7458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550F0B-7E2E-44E0-9AED-421399215A4A}">
      <dsp:nvSpPr>
        <dsp:cNvPr id="0" name=""/>
        <dsp:cNvSpPr/>
      </dsp:nvSpPr>
      <dsp:spPr>
        <a:xfrm>
          <a:off x="0" y="6452"/>
          <a:ext cx="11033125" cy="6949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800" kern="1200"/>
            <a:t>Frontend dùng Next.js, backend dùng FastAPI Python. AI Agent tích hợp Gemini API, tìm kiếm ngữ nghĩa qua pgvector trong PostgreSQL. File lưu trên Cloudflare R2.</a:t>
          </a:r>
          <a:endParaRPr lang="en-US" sz="1800" kern="1200"/>
        </a:p>
      </dsp:txBody>
      <dsp:txXfrm>
        <a:off x="33926" y="40378"/>
        <a:ext cx="10965273" cy="62712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27E8A1-90F9-48CA-A843-10D60200AABE}">
      <dsp:nvSpPr>
        <dsp:cNvPr id="0" name=""/>
        <dsp:cNvSpPr/>
      </dsp:nvSpPr>
      <dsp:spPr>
        <a:xfrm>
          <a:off x="0" y="81"/>
          <a:ext cx="10545286" cy="70780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000" kern="1200"/>
            <a:t>AI Agent tự quyết định hành động phù hợp: trả lời, điều hướng, mở media</a:t>
          </a:r>
          <a:r>
            <a:rPr lang="en-US" sz="2000" kern="1200"/>
            <a:t> </a:t>
          </a:r>
          <a:r>
            <a:rPr lang="vi-VN" sz="2000" kern="1200"/>
            <a:t>hoặc tìm thêm tài liệu – tất cả trong cùng một lượt xử lý.</a:t>
          </a:r>
          <a:endParaRPr lang="en-US" sz="2000" kern="1200"/>
        </a:p>
      </dsp:txBody>
      <dsp:txXfrm>
        <a:off x="34552" y="34633"/>
        <a:ext cx="10476182" cy="6387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11108D-37FA-43C7-9889-524F9CD3BBEC}">
      <dsp:nvSpPr>
        <dsp:cNvPr id="0" name=""/>
        <dsp:cNvSpPr/>
      </dsp:nvSpPr>
      <dsp:spPr>
        <a:xfrm rot="5400000">
          <a:off x="6849900" y="-2713079"/>
          <a:ext cx="1303378" cy="706031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vi-VN" sz="2400" kern="1200"/>
            <a:t>12/13 câu đạt yêu cầu (92.3%)</a:t>
          </a:r>
          <a:endParaRPr lang="en-US" sz="2400" kern="1200"/>
        </a:p>
        <a:p>
          <a:pPr marL="228600" lvl="1" indent="-228600" algn="l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vi-VN" sz="2400" kern="1200"/>
            <a:t>Thời gian xử lý TB: ~3,1 giây</a:t>
          </a:r>
          <a:endParaRPr lang="en-US" sz="2400" kern="1200"/>
        </a:p>
        <a:p>
          <a:pPr marL="228600" lvl="1" indent="-228600" algn="l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vi-VN" sz="2400" kern="1200"/>
            <a:t>TB 5,38 nguồn tài liệu/câu trả lời</a:t>
          </a:r>
          <a:endParaRPr lang="en-US" sz="2400" kern="1200"/>
        </a:p>
      </dsp:txBody>
      <dsp:txXfrm rot="-5400000">
        <a:off x="3971430" y="229017"/>
        <a:ext cx="6996693" cy="1176126"/>
      </dsp:txXfrm>
    </dsp:sp>
    <dsp:sp modelId="{D89EE6EA-7F86-4F9A-A6E9-CB50D920A6A7}">
      <dsp:nvSpPr>
        <dsp:cNvPr id="0" name=""/>
        <dsp:cNvSpPr/>
      </dsp:nvSpPr>
      <dsp:spPr>
        <a:xfrm>
          <a:off x="0" y="2468"/>
          <a:ext cx="3971429" cy="16292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600" kern="1200"/>
            <a:t>AI Agent &amp; RAG</a:t>
          </a:r>
          <a:endParaRPr lang="en-US" sz="3600" kern="1200"/>
        </a:p>
      </dsp:txBody>
      <dsp:txXfrm>
        <a:off x="79532" y="82000"/>
        <a:ext cx="3812365" cy="1470159"/>
      </dsp:txXfrm>
    </dsp:sp>
    <dsp:sp modelId="{8913422F-AE49-4C60-9F57-E33F8A9B2A41}">
      <dsp:nvSpPr>
        <dsp:cNvPr id="0" name=""/>
        <dsp:cNvSpPr/>
      </dsp:nvSpPr>
      <dsp:spPr>
        <a:xfrm rot="5400000">
          <a:off x="6849900" y="-1002395"/>
          <a:ext cx="1303378" cy="706031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400" kern="1200"/>
            <a:t>12/12 cặp địa điểm thành công (100%)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400" kern="1200"/>
            <a:t>Thời gian tính đường TB: 0,108 ms</a:t>
          </a:r>
          <a:endParaRPr lang="en-US" sz="2400" kern="1200"/>
        </a:p>
      </dsp:txBody>
      <dsp:txXfrm rot="-5400000">
        <a:off x="3971430" y="1939701"/>
        <a:ext cx="6996693" cy="1176126"/>
      </dsp:txXfrm>
    </dsp:sp>
    <dsp:sp modelId="{E8648A1A-7CF4-4110-92D8-668A5CB6D8A4}">
      <dsp:nvSpPr>
        <dsp:cNvPr id="0" name=""/>
        <dsp:cNvSpPr/>
      </dsp:nvSpPr>
      <dsp:spPr>
        <a:xfrm>
          <a:off x="0" y="1713152"/>
          <a:ext cx="3971429" cy="16292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600" kern="1200"/>
            <a:t>Dẫn đường A*</a:t>
          </a:r>
          <a:endParaRPr lang="en-US" sz="3600" kern="1200"/>
        </a:p>
      </dsp:txBody>
      <dsp:txXfrm>
        <a:off x="79532" y="1792684"/>
        <a:ext cx="3812365" cy="1470159"/>
      </dsp:txXfrm>
    </dsp:sp>
    <dsp:sp modelId="{3F897D1B-8B65-4F4F-8D26-D45792A5FFDB}">
      <dsp:nvSpPr>
        <dsp:cNvPr id="0" name=""/>
        <dsp:cNvSpPr/>
      </dsp:nvSpPr>
      <dsp:spPr>
        <a:xfrm rot="5400000">
          <a:off x="6849900" y="708289"/>
          <a:ext cx="1303378" cy="706031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400" kern="1200"/>
            <a:t>Đã triển khai production tại tvu-tour.site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400" kern="1200"/>
            <a:t>API phản hồi TB: 394–565 ms</a:t>
          </a:r>
          <a:endParaRPr lang="en-US" sz="2400" kern="1200"/>
        </a:p>
      </dsp:txBody>
      <dsp:txXfrm rot="-5400000">
        <a:off x="3971430" y="3650385"/>
        <a:ext cx="6996693" cy="1176126"/>
      </dsp:txXfrm>
    </dsp:sp>
    <dsp:sp modelId="{690C024D-331A-47DC-830A-77CF76091CA7}">
      <dsp:nvSpPr>
        <dsp:cNvPr id="0" name=""/>
        <dsp:cNvSpPr/>
      </dsp:nvSpPr>
      <dsp:spPr>
        <a:xfrm>
          <a:off x="0" y="3423837"/>
          <a:ext cx="3971429" cy="16292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600" kern="1200"/>
            <a:t>API &amp; Triển khai</a:t>
          </a:r>
          <a:endParaRPr lang="en-US" sz="3600" kern="1200"/>
        </a:p>
      </dsp:txBody>
      <dsp:txXfrm>
        <a:off x="79532" y="3503369"/>
        <a:ext cx="3812365" cy="147015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C660D6-4CA1-4845-8531-97658D2ABEE9}">
      <dsp:nvSpPr>
        <dsp:cNvPr id="0" name=""/>
        <dsp:cNvSpPr/>
      </dsp:nvSpPr>
      <dsp:spPr>
        <a:xfrm>
          <a:off x="0" y="552714"/>
          <a:ext cx="11031748" cy="1918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6186" tIns="437388" rIns="856186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100" kern="1200"/>
            <a:t>Dữ liệu mới bao phủ một số địa điểm tiêu biểu, chưa toàn bộ khuôn viên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100" kern="1200"/>
            <a:t>Chất lượng trả lời phụ thuộc mức độ đầy đủ và cập nhật của kho tài liệu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100" kern="1200"/>
            <a:t>Chưa kiểm thử tải với nhiều người dùng đồng thời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100" kern="1200"/>
            <a:t>Kiosk mới ở mức giao diện web, chưa cấu hình cấp thiết bị/OS</a:t>
          </a:r>
          <a:endParaRPr lang="en-US" sz="2100" kern="1200"/>
        </a:p>
      </dsp:txBody>
      <dsp:txXfrm>
        <a:off x="0" y="552714"/>
        <a:ext cx="11031748" cy="1918350"/>
      </dsp:txXfrm>
    </dsp:sp>
    <dsp:sp modelId="{46F9ADD5-0895-4A72-BC41-DA250ECB88BE}">
      <dsp:nvSpPr>
        <dsp:cNvPr id="0" name=""/>
        <dsp:cNvSpPr/>
      </dsp:nvSpPr>
      <dsp:spPr>
        <a:xfrm>
          <a:off x="551587" y="242754"/>
          <a:ext cx="7722224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82" tIns="0" rIns="29188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100" kern="1200"/>
            <a:t>Hạn chế:</a:t>
          </a:r>
          <a:endParaRPr lang="en-US" sz="2100" kern="1200"/>
        </a:p>
      </dsp:txBody>
      <dsp:txXfrm>
        <a:off x="581849" y="273016"/>
        <a:ext cx="7661700" cy="559396"/>
      </dsp:txXfrm>
    </dsp:sp>
    <dsp:sp modelId="{95230C82-ED45-4AF5-BE57-EC8FA034500B}">
      <dsp:nvSpPr>
        <dsp:cNvPr id="0" name=""/>
        <dsp:cNvSpPr/>
      </dsp:nvSpPr>
      <dsp:spPr>
        <a:xfrm>
          <a:off x="0" y="2894424"/>
          <a:ext cx="11031748" cy="1918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6186" tIns="437388" rIns="856186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100" kern="1200"/>
            <a:t>Mở rộng dữ liệu địa điểm, ảnh 360° và media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100" kern="1200"/>
            <a:t>Chuẩn hóa, cập nhật định kỳ kho tài liệu RAG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100" kern="1200"/>
            <a:t>Bổ sung thêm tools cho AI Agent (gợi ý lộ trình, ghi nhận phản hồi)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100" kern="1200"/>
            <a:t>Kiểm thử vận hành thực tế: kiosk dài hạn, nhiều người dùng, mạng nội bộ</a:t>
          </a:r>
          <a:endParaRPr lang="en-US" sz="2100" kern="1200"/>
        </a:p>
      </dsp:txBody>
      <dsp:txXfrm>
        <a:off x="0" y="2894424"/>
        <a:ext cx="11031748" cy="1918350"/>
      </dsp:txXfrm>
    </dsp:sp>
    <dsp:sp modelId="{9DE90A11-46FF-4C87-94D9-3A2D42CA506F}">
      <dsp:nvSpPr>
        <dsp:cNvPr id="0" name=""/>
        <dsp:cNvSpPr/>
      </dsp:nvSpPr>
      <dsp:spPr>
        <a:xfrm>
          <a:off x="551587" y="2584464"/>
          <a:ext cx="7722224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82" tIns="0" rIns="29188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100" kern="1200"/>
            <a:t>Hướng phát triển:</a:t>
          </a:r>
          <a:endParaRPr lang="en-US" sz="2100" kern="1200"/>
        </a:p>
      </dsp:txBody>
      <dsp:txXfrm>
        <a:off x="581849" y="2614726"/>
        <a:ext cx="7661700" cy="55939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63FACC-1DD7-4340-B334-8FC06DFBA35F}">
      <dsp:nvSpPr>
        <dsp:cNvPr id="0" name=""/>
        <dsp:cNvSpPr/>
      </dsp:nvSpPr>
      <dsp:spPr>
        <a:xfrm>
          <a:off x="7052" y="387344"/>
          <a:ext cx="3365444" cy="18457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774B67-41C5-4147-B085-18D12B563BD9}">
      <dsp:nvSpPr>
        <dsp:cNvPr id="0" name=""/>
        <dsp:cNvSpPr/>
      </dsp:nvSpPr>
      <dsp:spPr>
        <a:xfrm>
          <a:off x="330019" y="694163"/>
          <a:ext cx="3365444" cy="18457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400" kern="1200"/>
            <a:t>Xây dựng thành công hệ thống tham quan ảo thông minh cho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400" kern="1200"/>
            <a:t>Đại học Trà Vinh</a:t>
          </a:r>
        </a:p>
      </dsp:txBody>
      <dsp:txXfrm>
        <a:off x="384079" y="748223"/>
        <a:ext cx="3257324" cy="1737639"/>
      </dsp:txXfrm>
    </dsp:sp>
    <dsp:sp modelId="{577AA9ED-B456-4973-8352-B026A2B1A85E}">
      <dsp:nvSpPr>
        <dsp:cNvPr id="0" name=""/>
        <dsp:cNvSpPr/>
      </dsp:nvSpPr>
      <dsp:spPr>
        <a:xfrm>
          <a:off x="4018431" y="387344"/>
          <a:ext cx="2906707" cy="18457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544EF3-AD55-41A4-B704-1AEE5CDE3A3C}">
      <dsp:nvSpPr>
        <dsp:cNvPr id="0" name=""/>
        <dsp:cNvSpPr/>
      </dsp:nvSpPr>
      <dsp:spPr>
        <a:xfrm>
          <a:off x="4341399" y="694163"/>
          <a:ext cx="2906707" cy="18457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400" kern="1200"/>
            <a:t>Tích hợp ảnh 360°,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400" kern="1200"/>
            <a:t>nhân vật 3D, bản đồ,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400" kern="1200"/>
            <a:t>AI Agent với RAG và Function Calling</a:t>
          </a:r>
        </a:p>
      </dsp:txBody>
      <dsp:txXfrm>
        <a:off x="4395459" y="748223"/>
        <a:ext cx="2798587" cy="1737639"/>
      </dsp:txXfrm>
    </dsp:sp>
    <dsp:sp modelId="{06B6ADA5-464D-4EF1-902B-12E143CE595B}">
      <dsp:nvSpPr>
        <dsp:cNvPr id="0" name=""/>
        <dsp:cNvSpPr/>
      </dsp:nvSpPr>
      <dsp:spPr>
        <a:xfrm>
          <a:off x="7571074" y="387344"/>
          <a:ext cx="2906707" cy="18457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18403E-434C-406C-AB8B-031DB7270CA7}">
      <dsp:nvSpPr>
        <dsp:cNvPr id="0" name=""/>
        <dsp:cNvSpPr/>
      </dsp:nvSpPr>
      <dsp:spPr>
        <a:xfrm>
          <a:off x="7894041" y="694163"/>
          <a:ext cx="2906707" cy="18457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400" kern="1200"/>
            <a:t>Kiểm thử đạt 12/13 câu hỏi (92.3%), triển khai tại: 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400" kern="1200"/>
            <a:t>https://tvu-tour.site</a:t>
          </a:r>
        </a:p>
      </dsp:txBody>
      <dsp:txXfrm>
        <a:off x="7948101" y="748223"/>
        <a:ext cx="2798587" cy="173763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4A35D9-C123-45B1-8286-82A88F003525}">
      <dsp:nvSpPr>
        <dsp:cNvPr id="0" name=""/>
        <dsp:cNvSpPr/>
      </dsp:nvSpPr>
      <dsp:spPr>
        <a:xfrm>
          <a:off x="0" y="0"/>
          <a:ext cx="11087382" cy="83088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400" kern="1200"/>
            <a:t>Đề tài cho thấy tính khả thi của việc ứng dụng AI Agent vào hoạt động giới thiệu trường học, hỗ trợ truyền thông và tuyển sinh.</a:t>
          </a:r>
          <a:endParaRPr lang="en-US" sz="2400" kern="1200"/>
        </a:p>
      </dsp:txBody>
      <dsp:txXfrm>
        <a:off x="40560" y="40560"/>
        <a:ext cx="11006262" cy="7497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B9A26C-6816-4770-9AA5-9F814DF91794}" type="datetimeFigureOut">
              <a:rPr lang="en-US" smtClean="0"/>
              <a:t>07/08/2026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D954E5-CAD1-4E29-B933-044111C3A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8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33282-192F-7518-BDEC-09324A443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21974-CBAE-C3CC-C95F-288E2D6C8D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E5927-B2C4-FF2C-E80E-045A2EE90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995C-26DB-4D06-B335-B78441E00CDB}" type="datetime1">
              <a:rPr lang="en-US" smtClean="0"/>
              <a:t>07/08/2026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86603-A6BC-DA39-9A82-DFB056332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8BA56-372F-1B5B-55C4-5ECECB306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48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78B40-9683-71D4-1A98-DF90DAAC1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3DFAF-8A1B-EFEA-97E5-406F5CEB1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4BBAB-6370-CEBA-926E-8CCBD77FA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F950-25A2-4895-90C3-CD742DBD952B}" type="datetime1">
              <a:rPr lang="en-US" smtClean="0"/>
              <a:t>07/08/2026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F23F0-A435-77E7-B1C6-FE24251A0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849E6-82C3-4B83-62F3-7A3BDEF54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65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C7559-D5FB-AFB1-693A-4ACB16CB4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2F7EE-D3F3-A47F-46A9-D95E840A4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7EFE0-B962-7216-377C-728718E94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F9A8-DF59-4826-B1D1-8E787DCAB41C}" type="datetime1">
              <a:rPr lang="en-US" smtClean="0"/>
              <a:t>07/08/2026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2971C-C2E4-053D-ABC2-03FC8338C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00C9A-0536-1CB5-47FC-C57EF13CB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39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BD06C-5EAF-A2D5-7189-ABD415729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63314-84CA-0508-198D-05BEE1A367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64566"/>
            <a:ext cx="5181600" cy="50123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08E52-85C6-C402-822F-A5518BD2B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0415" y="1164566"/>
            <a:ext cx="5598539" cy="50123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9E314-FCF7-6329-619A-C9625EBCD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5E8EF-8698-4C3F-A162-D42A01068E8D}" type="datetime1">
              <a:rPr lang="en-US" smtClean="0"/>
              <a:t>07/08/2026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EE2E3-FEEA-55A7-7F1E-D3D1FC51C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46969-5EBE-4B47-01D8-2AFFD19B7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4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52B80-1DB3-F194-23B6-EC338D15E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278" y="136525"/>
            <a:ext cx="10998677" cy="76062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353B8-A799-E99B-9679-CDCC86DA1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29075"/>
            <a:ext cx="533672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92B80-587D-72A5-F41B-78D4A73B1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52987"/>
            <a:ext cx="533672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1CF22B-DBC9-EF27-EB73-3D66D9B24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1129075"/>
            <a:ext cx="553815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C42E06-7EE5-EE4F-69C1-C869A837DF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800" y="1952987"/>
            <a:ext cx="553815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9036F9-8D47-76BF-0120-CDB864A0F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4545-68B8-44E9-9E79-6DDBE9896EBC}" type="datetime1">
              <a:rPr lang="en-US" smtClean="0"/>
              <a:t>07/08/2026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A98056-AE11-A1A5-4CC3-AE88C731A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327FCD-5432-7CE2-6060-0150013F9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94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AE9B8-9AF2-9FB9-F0FF-C25C95C81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5D2F01-1F38-D946-73E9-84B28896E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D200E-B4EC-44AF-AF89-E40C2CA57D8F}" type="datetime1">
              <a:rPr lang="en-US" smtClean="0"/>
              <a:t>07/08/2026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91DBA2-4052-07D8-D41B-036BF6D8B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FBC99-5B3D-9FAC-6427-695A659BC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92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89AB09-A63E-6DE4-EE5C-8E18AFEE7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7852F-A6B9-4CC5-8825-17D57E6D5493}" type="datetime1">
              <a:rPr lang="en-US" smtClean="0"/>
              <a:t>07/08/2026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95E419-5F25-2D92-412C-C8742391A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DD0B3-9B1A-ED60-67E9-567F355DC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30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C6987-0E34-13CA-3032-BFBBC9CB9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10FFA-160B-50E8-F7D5-5CD5C9F4B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C8F6D8-2DCC-464A-427C-30EEB0DD4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BD399-89DB-239D-8FB9-45652F6A1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591C0-8ACC-4ADD-87CD-0D0D9E295388}" type="datetime1">
              <a:rPr lang="en-US" smtClean="0"/>
              <a:t>07/08/2026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4581A-221D-C96F-0920-603F5CB27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AC824-4A46-8A5D-E7B2-5B90B933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28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5E17B-4F5E-F085-FF2A-BF9CD832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3123FB-2803-764E-2364-D72CA23B36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C769FE-D271-E460-AFD8-6EF6F32F3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0DCC7-CB6C-7EC3-5E55-05EB48048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F3D1A-84B8-4BF2-9E39-2B2B9DA19FAF}" type="datetime1">
              <a:rPr lang="en-US" smtClean="0"/>
              <a:t>07/08/2026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D5C6D-03C7-3BA3-0A75-BBF665D60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DB128-7FAC-2ABE-8855-224F1ACAE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08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9EA6A-04E4-FEB3-2AE1-48A12B1E9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A8C76C-F4C6-CC6C-84D2-CC5321A31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DF263-4797-61F9-0178-027A93835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B520F-D6A1-488F-93EB-EEAE4C342E0E}" type="datetime1">
              <a:rPr lang="en-US" smtClean="0"/>
              <a:t>07/08/2026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99BB4-BABA-9BB7-C05A-A628DE693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AB691-52E3-24C6-5276-E75F8D146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30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141A47-8E96-4ABE-9D6B-E70B42DE5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5D38D-486B-95EF-746F-80E22A08F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EEF3C-4533-E3ED-B195-222DA7BC6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47F3-96A2-4A89-AC17-8B87C55E7C91}" type="datetime1">
              <a:rPr lang="en-US" smtClean="0"/>
              <a:t>07/08/2026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715FE-9734-0BA2-9A38-0C22DBA92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FCFC9-C79C-5244-0C04-1D1E16450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62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2006BB-7C1F-92ED-5777-159C90770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208" y="37324"/>
            <a:ext cx="11031750" cy="911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D608A-62F6-4D28-963B-9C05F611E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7207" y="1121434"/>
            <a:ext cx="11031749" cy="5055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4B8E9-AF9A-1BF4-1FC9-7CAE498F9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166925"/>
            <a:ext cx="195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A252BD-A695-4F9C-A656-C4925FEBEDA0}" type="datetime1">
              <a:rPr lang="en-US" smtClean="0"/>
              <a:t>07/08/2026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C3F74-4D5D-F81A-6375-11592DAB65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7460" y="634948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CC809-E1C4-BB44-92FC-3842F507E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34" y="6356350"/>
            <a:ext cx="759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2BF9B-EA07-437A-9E8A-707497599D3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744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002060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2060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206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060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060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3.xml"/><Relationship Id="rId3" Type="http://schemas.openxmlformats.org/officeDocument/2006/relationships/diagramLayout" Target="../diagrams/layout12.xml"/><Relationship Id="rId7" Type="http://schemas.openxmlformats.org/officeDocument/2006/relationships/diagramData" Target="../diagrams/data13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11" Type="http://schemas.microsoft.com/office/2007/relationships/diagramDrawing" Target="../diagrams/drawing13.xml"/><Relationship Id="rId5" Type="http://schemas.openxmlformats.org/officeDocument/2006/relationships/diagramColors" Target="../diagrams/colors12.xml"/><Relationship Id="rId10" Type="http://schemas.openxmlformats.org/officeDocument/2006/relationships/diagramColors" Target="../diagrams/colors13.xml"/><Relationship Id="rId4" Type="http://schemas.openxmlformats.org/officeDocument/2006/relationships/diagramQuickStyle" Target="../diagrams/quickStyle12.xml"/><Relationship Id="rId9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0CC63-8A92-99AF-51E1-294AAA21F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85223"/>
            <a:ext cx="9144000" cy="1770063"/>
          </a:xfrm>
        </p:spPr>
        <p:txBody>
          <a:bodyPr anchor="ctr">
            <a:normAutofit fontScale="90000"/>
          </a:bodyPr>
          <a:lstStyle/>
          <a:p>
            <a:r>
              <a:rPr lang="en-US" b="1"/>
              <a:t>XÂY DỰNG AI AGENT </a:t>
            </a:r>
            <a:br>
              <a:rPr lang="en-US" b="1"/>
            </a:br>
            <a:r>
              <a:rPr lang="en-US" b="1"/>
              <a:t>GIỚI THIỆU ĐẠI HỌC TRÀ VINH VÀ CÁC NGÀNH ĐÀO TẠO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9BA611-C3A2-CE85-ED22-C52B3A8FE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5220" y="4231430"/>
            <a:ext cx="11111345" cy="1655762"/>
          </a:xfrm>
        </p:spPr>
        <p:txBody>
          <a:bodyPr anchor="b">
            <a:normAutofit/>
          </a:bodyPr>
          <a:lstStyle/>
          <a:p>
            <a:pPr algn="just"/>
            <a:r>
              <a:rPr lang="en-US" sz="2000"/>
              <a:t>GVHD: TS Nguyễn Nhứt Lam                                                                          SVTH: Nguyễn Thanh Hiếu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2F409E-9A57-FE5C-F6D2-9807B7FF9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10200" y="228600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587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F865C-5239-8810-2313-CA973832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MỤC LỤC</a:t>
            </a:r>
            <a:endParaRPr lang="en-US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3BC2B60-5E02-451B-8F45-3CDAF79222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7293690"/>
              </p:ext>
            </p:extLst>
          </p:nvPr>
        </p:nvGraphicFramePr>
        <p:xfrm>
          <a:off x="907207" y="1121434"/>
          <a:ext cx="11031749" cy="50555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BCC544A-58E6-4F04-8A35-DDFB975E7B38}"/>
              </a:ext>
            </a:extLst>
          </p:cNvPr>
          <p:cNvSpPr txBox="1"/>
          <p:nvPr/>
        </p:nvSpPr>
        <p:spPr>
          <a:xfrm>
            <a:off x="1181100" y="1472972"/>
            <a:ext cx="717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B5A9EE-EBB4-406B-BF32-D17F750782F2}"/>
              </a:ext>
            </a:extLst>
          </p:cNvPr>
          <p:cNvSpPr txBox="1"/>
          <p:nvPr/>
        </p:nvSpPr>
        <p:spPr>
          <a:xfrm>
            <a:off x="1186626" y="4953505"/>
            <a:ext cx="717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CAA643-2EB6-42D0-9AEF-6BA9BE0B1067}"/>
              </a:ext>
            </a:extLst>
          </p:cNvPr>
          <p:cNvSpPr txBox="1"/>
          <p:nvPr/>
        </p:nvSpPr>
        <p:spPr>
          <a:xfrm>
            <a:off x="1661640" y="3791806"/>
            <a:ext cx="717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8C2DF5-0DC2-4061-8729-6113F79B357F}"/>
              </a:ext>
            </a:extLst>
          </p:cNvPr>
          <p:cNvSpPr txBox="1"/>
          <p:nvPr/>
        </p:nvSpPr>
        <p:spPr>
          <a:xfrm>
            <a:off x="1644650" y="2605869"/>
            <a:ext cx="717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7FDF39-3D51-40C4-9075-4F44EF60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9835" y="6362288"/>
            <a:ext cx="759121" cy="365125"/>
          </a:xfrm>
        </p:spPr>
        <p:txBody>
          <a:bodyPr/>
          <a:lstStyle/>
          <a:p>
            <a:fld id="{F0E2BF9B-EA07-437A-9E8A-707497599D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8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F865C-5239-8810-2313-CA973832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BỐI CẢNH VÀ VẤN ĐỀ ĐẶT RA</a:t>
            </a:r>
            <a:endParaRPr lang="en-US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C1A8B6D-7071-49B7-A0E4-E8759FC60F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5581012"/>
              </p:ext>
            </p:extLst>
          </p:nvPr>
        </p:nvGraphicFramePr>
        <p:xfrm>
          <a:off x="580125" y="1115085"/>
          <a:ext cx="11031749" cy="4212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9C5B4AB-DFFA-483D-9CE9-4161D454D5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1263414"/>
              </p:ext>
            </p:extLst>
          </p:nvPr>
        </p:nvGraphicFramePr>
        <p:xfrm>
          <a:off x="580125" y="5493828"/>
          <a:ext cx="11031749" cy="956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900B66-F214-4E24-996E-852BE4DCF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08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E4FC1-12A9-4FE5-96B1-76120D7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MỤC TIÊU ĐỀ TÀI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4AD16C7-CAC2-4583-B1B3-332824F505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2012238"/>
              </p:ext>
            </p:extLst>
          </p:nvPr>
        </p:nvGraphicFramePr>
        <p:xfrm>
          <a:off x="580124" y="5242957"/>
          <a:ext cx="11031749" cy="100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4187F8E2-C7C6-463E-BBF6-B293422F73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4740741"/>
              </p:ext>
            </p:extLst>
          </p:nvPr>
        </p:nvGraphicFramePr>
        <p:xfrm>
          <a:off x="580125" y="1539873"/>
          <a:ext cx="11031749" cy="272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05DA62-A246-4E20-8675-D086DC82C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68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F865C-5239-8810-2313-CA973832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GIẢI PHÁP ĐỀ XUẤT</a:t>
            </a:r>
            <a:endParaRPr lang="en-US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D365E38-786F-46C8-803F-7A40F69A4A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1513930"/>
              </p:ext>
            </p:extLst>
          </p:nvPr>
        </p:nvGraphicFramePr>
        <p:xfrm>
          <a:off x="105607" y="849086"/>
          <a:ext cx="12086393" cy="5971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80A9E-314E-4F82-B032-3AFE547A8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5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7DA0-02B7-4F62-9EAB-84C89601D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b="1"/>
              <a:t>LUỒNG TRẢI NGHIỆM NGƯỜI DÙNG</a:t>
            </a:r>
            <a:endParaRPr lang="en-US" b="1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1AC5339-4ADB-4D47-97EF-9A0544708D5F}"/>
              </a:ext>
            </a:extLst>
          </p:cNvPr>
          <p:cNvSpPr/>
          <p:nvPr/>
        </p:nvSpPr>
        <p:spPr>
          <a:xfrm>
            <a:off x="3002645" y="1018275"/>
            <a:ext cx="1361181" cy="1361181"/>
          </a:xfrm>
          <a:custGeom>
            <a:avLst/>
            <a:gdLst>
              <a:gd name="connsiteX0" fmla="*/ 0 w 1361181"/>
              <a:gd name="connsiteY0" fmla="*/ 0 h 1361181"/>
              <a:gd name="connsiteX1" fmla="*/ 1361181 w 1361181"/>
              <a:gd name="connsiteY1" fmla="*/ 0 h 1361181"/>
              <a:gd name="connsiteX2" fmla="*/ 1361181 w 1361181"/>
              <a:gd name="connsiteY2" fmla="*/ 1361181 h 1361181"/>
              <a:gd name="connsiteX3" fmla="*/ 0 w 1361181"/>
              <a:gd name="connsiteY3" fmla="*/ 1361181 h 1361181"/>
              <a:gd name="connsiteX4" fmla="*/ 0 w 1361181"/>
              <a:gd name="connsiteY4" fmla="*/ 0 h 1361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1181" h="1361181">
                <a:moveTo>
                  <a:pt x="0" y="0"/>
                </a:moveTo>
                <a:lnTo>
                  <a:pt x="1361181" y="0"/>
                </a:lnTo>
                <a:lnTo>
                  <a:pt x="1361181" y="1361181"/>
                </a:lnTo>
                <a:lnTo>
                  <a:pt x="0" y="136118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860" tIns="22860" rIns="22860" bIns="22860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800" b="1" kern="1200"/>
              <a:t>Bắt đầu tham quan </a:t>
            </a:r>
            <a:endParaRPr lang="en-US" sz="1800" b="1" kern="1200"/>
          </a:p>
        </p:txBody>
      </p:sp>
      <p:sp>
        <p:nvSpPr>
          <p:cNvPr id="6" name="Arrow: Circular 5">
            <a:extLst>
              <a:ext uri="{FF2B5EF4-FFF2-40B4-BE49-F238E27FC236}">
                <a16:creationId xmlns:a16="http://schemas.microsoft.com/office/drawing/2014/main" id="{3E4C5ADA-ECEF-40C6-8B1F-1BE2F0961999}"/>
              </a:ext>
            </a:extLst>
          </p:cNvPr>
          <p:cNvSpPr/>
          <p:nvPr/>
        </p:nvSpPr>
        <p:spPr>
          <a:xfrm rot="6385108">
            <a:off x="1123296" y="965539"/>
            <a:ext cx="5108590" cy="5108590"/>
          </a:xfrm>
          <a:prstGeom prst="circularArrow">
            <a:avLst>
              <a:gd name="adj1" fmla="val 5196"/>
              <a:gd name="adj2" fmla="val 335593"/>
              <a:gd name="adj3" fmla="val 21294546"/>
              <a:gd name="adj4" fmla="val 19765096"/>
              <a:gd name="adj5" fmla="val 6062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72EEE3-5D27-485E-849E-703D0172D74F}"/>
              </a:ext>
            </a:extLst>
          </p:cNvPr>
          <p:cNvSpPr/>
          <p:nvPr/>
        </p:nvSpPr>
        <p:spPr>
          <a:xfrm>
            <a:off x="4501472" y="2389785"/>
            <a:ext cx="2117357" cy="1361181"/>
          </a:xfrm>
          <a:custGeom>
            <a:avLst/>
            <a:gdLst>
              <a:gd name="connsiteX0" fmla="*/ 0 w 2117357"/>
              <a:gd name="connsiteY0" fmla="*/ 0 h 1361181"/>
              <a:gd name="connsiteX1" fmla="*/ 2117357 w 2117357"/>
              <a:gd name="connsiteY1" fmla="*/ 0 h 1361181"/>
              <a:gd name="connsiteX2" fmla="*/ 2117357 w 2117357"/>
              <a:gd name="connsiteY2" fmla="*/ 1361181 h 1361181"/>
              <a:gd name="connsiteX3" fmla="*/ 0 w 2117357"/>
              <a:gd name="connsiteY3" fmla="*/ 1361181 h 1361181"/>
              <a:gd name="connsiteX4" fmla="*/ 0 w 2117357"/>
              <a:gd name="connsiteY4" fmla="*/ 0 h 1361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7357" h="1361181">
                <a:moveTo>
                  <a:pt x="0" y="0"/>
                </a:moveTo>
                <a:lnTo>
                  <a:pt x="2117357" y="0"/>
                </a:lnTo>
                <a:lnTo>
                  <a:pt x="2117357" y="1361181"/>
                </a:lnTo>
                <a:lnTo>
                  <a:pt x="0" y="136118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860" tIns="22860" rIns="22860" bIns="22860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800" b="1" kern="1200"/>
              <a:t>Chọn địa điểm </a:t>
            </a:r>
            <a:endParaRPr lang="en-US" sz="1800" b="1" kern="1200"/>
          </a:p>
        </p:txBody>
      </p:sp>
      <p:sp>
        <p:nvSpPr>
          <p:cNvPr id="9" name="Arrow: Circular 8">
            <a:extLst>
              <a:ext uri="{FF2B5EF4-FFF2-40B4-BE49-F238E27FC236}">
                <a16:creationId xmlns:a16="http://schemas.microsoft.com/office/drawing/2014/main" id="{3E51B2EE-15AA-4B4D-9211-09720108055C}"/>
              </a:ext>
            </a:extLst>
          </p:cNvPr>
          <p:cNvSpPr/>
          <p:nvPr/>
        </p:nvSpPr>
        <p:spPr>
          <a:xfrm rot="18987909">
            <a:off x="842186" y="1218402"/>
            <a:ext cx="5108590" cy="5108590"/>
          </a:xfrm>
          <a:prstGeom prst="circularArrow">
            <a:avLst>
              <a:gd name="adj1" fmla="val 5196"/>
              <a:gd name="adj2" fmla="val 335593"/>
              <a:gd name="adj3" fmla="val 3868677"/>
              <a:gd name="adj4" fmla="val 2252191"/>
              <a:gd name="adj5" fmla="val 6062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27E8375-FDAC-45B4-A100-CF9EFABB2C78}"/>
              </a:ext>
            </a:extLst>
          </p:cNvPr>
          <p:cNvSpPr/>
          <p:nvPr/>
        </p:nvSpPr>
        <p:spPr>
          <a:xfrm>
            <a:off x="4245543" y="4667333"/>
            <a:ext cx="1720101" cy="1361181"/>
          </a:xfrm>
          <a:custGeom>
            <a:avLst/>
            <a:gdLst>
              <a:gd name="connsiteX0" fmla="*/ 0 w 1545253"/>
              <a:gd name="connsiteY0" fmla="*/ 0 h 1361181"/>
              <a:gd name="connsiteX1" fmla="*/ 1545253 w 1545253"/>
              <a:gd name="connsiteY1" fmla="*/ 0 h 1361181"/>
              <a:gd name="connsiteX2" fmla="*/ 1545253 w 1545253"/>
              <a:gd name="connsiteY2" fmla="*/ 1361181 h 1361181"/>
              <a:gd name="connsiteX3" fmla="*/ 0 w 1545253"/>
              <a:gd name="connsiteY3" fmla="*/ 1361181 h 1361181"/>
              <a:gd name="connsiteX4" fmla="*/ 0 w 1545253"/>
              <a:gd name="connsiteY4" fmla="*/ 0 h 1361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5253" h="1361181">
                <a:moveTo>
                  <a:pt x="0" y="0"/>
                </a:moveTo>
                <a:lnTo>
                  <a:pt x="1545253" y="0"/>
                </a:lnTo>
                <a:lnTo>
                  <a:pt x="1545253" y="1361181"/>
                </a:lnTo>
                <a:lnTo>
                  <a:pt x="0" y="136118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860" tIns="22860" rIns="22860" bIns="22860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800" b="1" kern="1200"/>
              <a:t>Quan sát không gian 360° </a:t>
            </a:r>
            <a:endParaRPr lang="en-US" sz="1800" b="1" kern="1200"/>
          </a:p>
        </p:txBody>
      </p:sp>
      <p:sp>
        <p:nvSpPr>
          <p:cNvPr id="11" name="Arrow: Circular 10">
            <a:extLst>
              <a:ext uri="{FF2B5EF4-FFF2-40B4-BE49-F238E27FC236}">
                <a16:creationId xmlns:a16="http://schemas.microsoft.com/office/drawing/2014/main" id="{5C7CB948-404A-4F1F-B05F-C5F7CD48A327}"/>
              </a:ext>
            </a:extLst>
          </p:cNvPr>
          <p:cNvSpPr/>
          <p:nvPr/>
        </p:nvSpPr>
        <p:spPr>
          <a:xfrm rot="2276246">
            <a:off x="1200138" y="1196671"/>
            <a:ext cx="5108590" cy="5108590"/>
          </a:xfrm>
          <a:prstGeom prst="circularArrow">
            <a:avLst>
              <a:gd name="adj1" fmla="val 5196"/>
              <a:gd name="adj2" fmla="val 335593"/>
              <a:gd name="adj3" fmla="val 8212216"/>
              <a:gd name="adj4" fmla="val 6595731"/>
              <a:gd name="adj5" fmla="val 6062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9908869-29AD-480B-86A1-0D1D4A943AD7}"/>
              </a:ext>
            </a:extLst>
          </p:cNvPr>
          <p:cNvSpPr/>
          <p:nvPr/>
        </p:nvSpPr>
        <p:spPr>
          <a:xfrm>
            <a:off x="1149497" y="4738554"/>
            <a:ext cx="2011090" cy="1361181"/>
          </a:xfrm>
          <a:custGeom>
            <a:avLst/>
            <a:gdLst>
              <a:gd name="connsiteX0" fmla="*/ 0 w 2011090"/>
              <a:gd name="connsiteY0" fmla="*/ 0 h 1361181"/>
              <a:gd name="connsiteX1" fmla="*/ 2011090 w 2011090"/>
              <a:gd name="connsiteY1" fmla="*/ 0 h 1361181"/>
              <a:gd name="connsiteX2" fmla="*/ 2011090 w 2011090"/>
              <a:gd name="connsiteY2" fmla="*/ 1361181 h 1361181"/>
              <a:gd name="connsiteX3" fmla="*/ 0 w 2011090"/>
              <a:gd name="connsiteY3" fmla="*/ 1361181 h 1361181"/>
              <a:gd name="connsiteX4" fmla="*/ 0 w 2011090"/>
              <a:gd name="connsiteY4" fmla="*/ 0 h 1361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090" h="1361181">
                <a:moveTo>
                  <a:pt x="0" y="0"/>
                </a:moveTo>
                <a:lnTo>
                  <a:pt x="2011090" y="0"/>
                </a:lnTo>
                <a:lnTo>
                  <a:pt x="2011090" y="1361181"/>
                </a:lnTo>
                <a:lnTo>
                  <a:pt x="0" y="136118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860" tIns="22860" rIns="22860" bIns="22860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800" b="1" kern="1200"/>
              <a:t>Hỏi AI Agent </a:t>
            </a:r>
            <a:endParaRPr lang="en-US" sz="1800" b="1" kern="1200"/>
          </a:p>
        </p:txBody>
      </p:sp>
      <p:sp>
        <p:nvSpPr>
          <p:cNvPr id="13" name="Arrow: Circular 12">
            <a:extLst>
              <a:ext uri="{FF2B5EF4-FFF2-40B4-BE49-F238E27FC236}">
                <a16:creationId xmlns:a16="http://schemas.microsoft.com/office/drawing/2014/main" id="{A3950B7B-6493-419E-A99A-07E827513E67}"/>
              </a:ext>
            </a:extLst>
          </p:cNvPr>
          <p:cNvSpPr/>
          <p:nvPr/>
        </p:nvSpPr>
        <p:spPr>
          <a:xfrm rot="2018927">
            <a:off x="1123297" y="1412690"/>
            <a:ext cx="5108590" cy="5108590"/>
          </a:xfrm>
          <a:prstGeom prst="circularArrow">
            <a:avLst>
              <a:gd name="adj1" fmla="val 5196"/>
              <a:gd name="adj2" fmla="val 335593"/>
              <a:gd name="adj3" fmla="val 12299311"/>
              <a:gd name="adj4" fmla="val 10769861"/>
              <a:gd name="adj5" fmla="val 6062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0D0CA91-D665-4C8A-845E-8C02711FF170}"/>
              </a:ext>
            </a:extLst>
          </p:cNvPr>
          <p:cNvSpPr/>
          <p:nvPr/>
        </p:nvSpPr>
        <p:spPr>
          <a:xfrm>
            <a:off x="853902" y="2567147"/>
            <a:ext cx="1649574" cy="1361181"/>
          </a:xfrm>
          <a:custGeom>
            <a:avLst/>
            <a:gdLst>
              <a:gd name="connsiteX0" fmla="*/ 0 w 1649574"/>
              <a:gd name="connsiteY0" fmla="*/ 0 h 1361181"/>
              <a:gd name="connsiteX1" fmla="*/ 1649574 w 1649574"/>
              <a:gd name="connsiteY1" fmla="*/ 0 h 1361181"/>
              <a:gd name="connsiteX2" fmla="*/ 1649574 w 1649574"/>
              <a:gd name="connsiteY2" fmla="*/ 1361181 h 1361181"/>
              <a:gd name="connsiteX3" fmla="*/ 0 w 1649574"/>
              <a:gd name="connsiteY3" fmla="*/ 1361181 h 1361181"/>
              <a:gd name="connsiteX4" fmla="*/ 0 w 1649574"/>
              <a:gd name="connsiteY4" fmla="*/ 0 h 1361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9574" h="1361181">
                <a:moveTo>
                  <a:pt x="0" y="0"/>
                </a:moveTo>
                <a:lnTo>
                  <a:pt x="1649574" y="0"/>
                </a:lnTo>
                <a:lnTo>
                  <a:pt x="1649574" y="1361181"/>
                </a:lnTo>
                <a:lnTo>
                  <a:pt x="0" y="136118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860" tIns="22860" rIns="22860" bIns="22860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vi-VN" sz="1800" b="1" kern="1200"/>
              <a:t>Xem media,</a:t>
            </a:r>
            <a:endParaRPr lang="en-US" sz="1800" b="1" kern="1200"/>
          </a:p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vi-VN" sz="1800" b="1" kern="1200"/>
              <a:t>bản đồ hoặc tuyến đường </a:t>
            </a:r>
            <a:endParaRPr lang="en-US" sz="1800" b="1" kern="1200"/>
          </a:p>
        </p:txBody>
      </p: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84FB2006-5495-4E44-B239-BF5A3617EFF4}"/>
              </a:ext>
            </a:extLst>
          </p:cNvPr>
          <p:cNvSpPr/>
          <p:nvPr/>
        </p:nvSpPr>
        <p:spPr>
          <a:xfrm rot="2176199">
            <a:off x="1047901" y="1410124"/>
            <a:ext cx="5108590" cy="5108590"/>
          </a:xfrm>
          <a:prstGeom prst="circularArrow">
            <a:avLst>
              <a:gd name="adj1" fmla="val 5196"/>
              <a:gd name="adj2" fmla="val 335593"/>
              <a:gd name="adj3" fmla="val 16867034"/>
              <a:gd name="adj4" fmla="val 15423633"/>
              <a:gd name="adj5" fmla="val 6062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1B67DC-39B2-4CF6-8FA6-88C6B07C34F1}"/>
              </a:ext>
            </a:extLst>
          </p:cNvPr>
          <p:cNvSpPr txBox="1"/>
          <p:nvPr/>
        </p:nvSpPr>
        <p:spPr>
          <a:xfrm>
            <a:off x="7459436" y="2442029"/>
            <a:ext cx="4643252" cy="306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/>
              <a:t>Đặc điểm trải nghiệm</a:t>
            </a:r>
          </a:p>
          <a:p>
            <a:endParaRPr lang="vi-VN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/>
              <a:t>Người dùng tự do khám phá,</a:t>
            </a:r>
            <a:r>
              <a:rPr lang="en-US"/>
              <a:t> </a:t>
            </a:r>
            <a:r>
              <a:rPr lang="vi-VN"/>
              <a:t>không</a:t>
            </a:r>
            <a:r>
              <a:rPr lang="en-US"/>
              <a:t>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vi-VN"/>
              <a:t> bắt buộc theo thứ tự cố định</a:t>
            </a:r>
            <a:r>
              <a:rPr lang="en-US"/>
              <a:t>.</a:t>
            </a:r>
            <a:endParaRPr lang="vi-VN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/>
              <a:t>Tương tác bằng văn bản hoặc giọng nói</a:t>
            </a:r>
            <a:r>
              <a:rPr lang="en-US"/>
              <a:t>.</a:t>
            </a:r>
            <a:endParaRPr lang="vi-VN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/>
              <a:t>AI Agent đồng hành xuyên suốt, hỗ trợ theo ngữ cảnh địa điểm</a:t>
            </a:r>
            <a:r>
              <a:rPr lang="en-US"/>
              <a:t>.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DAA9D75-7D94-460F-9924-696B9DBE9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7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30172-41B2-497C-97B0-1890C998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NỀN TẢNG KỸ THUẬT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D9D36D-1C34-4626-9691-1CE3529117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0709703"/>
              </p:ext>
            </p:extLst>
          </p:nvPr>
        </p:nvGraphicFramePr>
        <p:xfrm>
          <a:off x="580125" y="1151122"/>
          <a:ext cx="11031749" cy="50555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9E608C-F28C-4A2D-89F0-DDE56BA0F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8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F865C-5239-8810-2313-CA973832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KIẾN TRÚC HỆ THỐNG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7266E2-ED58-4568-8362-818CB58528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15" y="1187574"/>
            <a:ext cx="11033125" cy="3510953"/>
          </a:xfr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3A6448A-0FE5-4F2E-919A-515133CAB4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4694520"/>
              </p:ext>
            </p:extLst>
          </p:nvPr>
        </p:nvGraphicFramePr>
        <p:xfrm>
          <a:off x="638814" y="5557652"/>
          <a:ext cx="11033125" cy="707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129A06-53C6-4D1F-AE17-E4915C85D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9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90B29-8EF6-4E25-81D2-C096FF30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AI AGENT VÀ </a:t>
            </a:r>
            <a:r>
              <a:rPr lang="vi-VN" b="1"/>
              <a:t>FUNCTION CALLING</a:t>
            </a:r>
            <a:endParaRPr lang="en-US" b="1"/>
          </a:p>
        </p:txBody>
      </p:sp>
      <p:pic>
        <p:nvPicPr>
          <p:cNvPr id="32" name="Content Placeholder 31">
            <a:extLst>
              <a:ext uri="{FF2B5EF4-FFF2-40B4-BE49-F238E27FC236}">
                <a16:creationId xmlns:a16="http://schemas.microsoft.com/office/drawing/2014/main" id="{73E3AFC2-3C1B-4C55-B2FC-9BCADE90D9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7" b="5789"/>
          <a:stretch/>
        </p:blipFill>
        <p:spPr>
          <a:xfrm>
            <a:off x="1711389" y="1056345"/>
            <a:ext cx="8984002" cy="4572000"/>
          </a:xfrm>
        </p:spPr>
      </p:pic>
      <p:graphicFrame>
        <p:nvGraphicFramePr>
          <p:cNvPr id="34" name="Diagram 33">
            <a:extLst>
              <a:ext uri="{FF2B5EF4-FFF2-40B4-BE49-F238E27FC236}">
                <a16:creationId xmlns:a16="http://schemas.microsoft.com/office/drawing/2014/main" id="{783A199B-C4F8-4EAD-BD91-29F13135DB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3524049"/>
              </p:ext>
            </p:extLst>
          </p:nvPr>
        </p:nvGraphicFramePr>
        <p:xfrm>
          <a:off x="823356" y="5801655"/>
          <a:ext cx="10545287" cy="707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F229A1-D246-4D0E-BDE4-8707A600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11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CCC43-E464-4E13-B514-3202FA83D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RAG PIPELINE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C3F5B1-F21E-4424-9704-2E226AD4AE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712" y="948908"/>
            <a:ext cx="10296575" cy="5794903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45ED99-3786-47ED-B96A-5AAD94652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6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2C27B-E14A-4D32-85C2-117B304CC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GIAO DIỆN KIOSK TOUR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5D4F0F-1985-4A2A-BBBC-1969C1888D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25" y="1464498"/>
            <a:ext cx="9206750" cy="4851914"/>
          </a:xfrm>
        </p:spPr>
      </p:pic>
      <p:sp>
        <p:nvSpPr>
          <p:cNvPr id="8" name="Callout: Line 7">
            <a:extLst>
              <a:ext uri="{FF2B5EF4-FFF2-40B4-BE49-F238E27FC236}">
                <a16:creationId xmlns:a16="http://schemas.microsoft.com/office/drawing/2014/main" id="{D8952608-408E-4B44-BD3C-8D1BA635D440}"/>
              </a:ext>
            </a:extLst>
          </p:cNvPr>
          <p:cNvSpPr/>
          <p:nvPr/>
        </p:nvSpPr>
        <p:spPr>
          <a:xfrm>
            <a:off x="156357" y="1389351"/>
            <a:ext cx="1116281" cy="612648"/>
          </a:xfrm>
          <a:prstGeom prst="borderCallout1">
            <a:avLst>
              <a:gd name="adj1" fmla="val 63332"/>
              <a:gd name="adj2" fmla="val 97324"/>
              <a:gd name="adj3" fmla="val 115407"/>
              <a:gd name="adj4" fmla="val 1586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Media</a:t>
            </a: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CB144E79-C230-452E-912B-DAF3B74AC34A}"/>
              </a:ext>
            </a:extLst>
          </p:cNvPr>
          <p:cNvSpPr/>
          <p:nvPr/>
        </p:nvSpPr>
        <p:spPr>
          <a:xfrm>
            <a:off x="10919361" y="5890161"/>
            <a:ext cx="1116281" cy="612648"/>
          </a:xfrm>
          <a:prstGeom prst="borderCallout1">
            <a:avLst>
              <a:gd name="adj1" fmla="val 22627"/>
              <a:gd name="adj2" fmla="val 3894"/>
              <a:gd name="adj3" fmla="val -32877"/>
              <a:gd name="adj4" fmla="val -1544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Mascot</a:t>
            </a:r>
          </a:p>
        </p:txBody>
      </p:sp>
      <p:sp>
        <p:nvSpPr>
          <p:cNvPr id="10" name="Callout: Line 9">
            <a:extLst>
              <a:ext uri="{FF2B5EF4-FFF2-40B4-BE49-F238E27FC236}">
                <a16:creationId xmlns:a16="http://schemas.microsoft.com/office/drawing/2014/main" id="{82BEDE5C-8BDB-4E94-A66F-CFF630159B55}"/>
              </a:ext>
            </a:extLst>
          </p:cNvPr>
          <p:cNvSpPr/>
          <p:nvPr/>
        </p:nvSpPr>
        <p:spPr>
          <a:xfrm>
            <a:off x="10919361" y="1389351"/>
            <a:ext cx="1116281" cy="612648"/>
          </a:xfrm>
          <a:prstGeom prst="borderCallout1">
            <a:avLst>
              <a:gd name="adj1" fmla="val 60425"/>
              <a:gd name="adj2" fmla="val 2305"/>
              <a:gd name="adj3" fmla="val 112500"/>
              <a:gd name="adj4" fmla="val -383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Mini Map</a:t>
            </a:r>
          </a:p>
        </p:txBody>
      </p:sp>
      <p:sp>
        <p:nvSpPr>
          <p:cNvPr id="11" name="Callout: Line 10">
            <a:extLst>
              <a:ext uri="{FF2B5EF4-FFF2-40B4-BE49-F238E27FC236}">
                <a16:creationId xmlns:a16="http://schemas.microsoft.com/office/drawing/2014/main" id="{A25FA7E7-8420-4A29-80AE-1481ABAEB7C2}"/>
              </a:ext>
            </a:extLst>
          </p:cNvPr>
          <p:cNvSpPr/>
          <p:nvPr/>
        </p:nvSpPr>
        <p:spPr>
          <a:xfrm>
            <a:off x="156357" y="5890161"/>
            <a:ext cx="1116281" cy="612648"/>
          </a:xfrm>
          <a:prstGeom prst="borderCallout1">
            <a:avLst>
              <a:gd name="adj1" fmla="val 61394"/>
              <a:gd name="adj2" fmla="val 99974"/>
              <a:gd name="adj3" fmla="val 5890"/>
              <a:gd name="adj4" fmla="val 48228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Khung chat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E8680E-321D-493C-969D-C40A3B8A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41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8BD57-44F0-4F16-9E51-CD2B4AD41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KẾT QUẢ KIỂM THỬ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147D83D-8744-4729-886B-349EDF0223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6697498"/>
              </p:ext>
            </p:extLst>
          </p:nvPr>
        </p:nvGraphicFramePr>
        <p:xfrm>
          <a:off x="580125" y="1134134"/>
          <a:ext cx="11031749" cy="50555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2BBF9-29F8-4762-A222-3DD732E9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9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59E36-83BD-48F2-8174-2166FDDA3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b="1"/>
              <a:t>HẠN CHẾ &amp; HƯỚNG PHÁT TRIỂN</a:t>
            </a:r>
            <a:endParaRPr lang="en-US" b="1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534BD1-121C-4009-9AB9-0672467757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70580"/>
              </p:ext>
            </p:extLst>
          </p:nvPr>
        </p:nvGraphicFramePr>
        <p:xfrm>
          <a:off x="580125" y="1139247"/>
          <a:ext cx="11031749" cy="50555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9830FC-D260-487E-817C-120CA075F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93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99976-BBCA-4C73-9EA9-AA8CB7AFD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KẾT LUẬN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2A11A65-640E-446C-BFDE-68D5BBF9C7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3134428"/>
              </p:ext>
            </p:extLst>
          </p:nvPr>
        </p:nvGraphicFramePr>
        <p:xfrm>
          <a:off x="692099" y="1667365"/>
          <a:ext cx="10807802" cy="2927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DC4F7F09-80ED-4317-87C7-38AC7E355A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7731346"/>
              </p:ext>
            </p:extLst>
          </p:nvPr>
        </p:nvGraphicFramePr>
        <p:xfrm>
          <a:off x="580124" y="5242956"/>
          <a:ext cx="11087382" cy="8309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7A0A81-4255-469D-84C3-1872E83C6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88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A33E4-2F37-4A15-80F1-6D59B096D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b="1"/>
              <a:t>CẢM ƠN</a:t>
            </a:r>
            <a:endParaRPr lang="en-US" b="1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332A045-4534-4098-92C6-7D5A6B1C5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ctr">
              <a:buNone/>
            </a:pPr>
            <a:endParaRPr lang="en-US" sz="4400"/>
          </a:p>
          <a:p>
            <a:pPr marL="0" lvl="0" indent="0" algn="ctr">
              <a:buNone/>
            </a:pPr>
            <a:r>
              <a:rPr lang="vi-VN" sz="4400" b="1"/>
              <a:t>CẢM ƠN</a:t>
            </a:r>
            <a:r>
              <a:rPr lang="en-US" sz="4400" b="1"/>
              <a:t> QUÝ</a:t>
            </a:r>
            <a:r>
              <a:rPr lang="vi-VN" sz="4400" b="1"/>
              <a:t> THẦY/CÔ ĐÃ LẮNG NGHE!</a:t>
            </a:r>
            <a:endParaRPr lang="en-US" sz="4400" b="1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49ECDCB7-BB6D-435F-A27F-F2E2C7354F1D}"/>
              </a:ext>
            </a:extLst>
          </p:cNvPr>
          <p:cNvSpPr/>
          <p:nvPr/>
        </p:nvSpPr>
        <p:spPr>
          <a:xfrm>
            <a:off x="8256813" y="3038278"/>
            <a:ext cx="3324287" cy="3311211"/>
          </a:xfrm>
          <a:custGeom>
            <a:avLst/>
            <a:gdLst/>
            <a:ahLst/>
            <a:cxnLst/>
            <a:rect l="l" t="t" r="r" b="b"/>
            <a:pathLst>
              <a:path w="4499140" h="4573459">
                <a:moveTo>
                  <a:pt x="0" y="0"/>
                </a:moveTo>
                <a:lnTo>
                  <a:pt x="4499140" y="0"/>
                </a:lnTo>
                <a:lnTo>
                  <a:pt x="4499140" y="4573459"/>
                </a:lnTo>
                <a:lnTo>
                  <a:pt x="0" y="4573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F287EB-4483-426A-ACD7-F24A8395E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BF9B-EA07-437A-9E8A-707497599D3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2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3207</TotalTime>
  <Words>916</Words>
  <Application>Microsoft Office PowerPoint</Application>
  <PresentationFormat>Widescreen</PresentationFormat>
  <Paragraphs>124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Roboto</vt:lpstr>
      <vt:lpstr>Arial</vt:lpstr>
      <vt:lpstr>Calibri</vt:lpstr>
      <vt:lpstr>Office Theme</vt:lpstr>
      <vt:lpstr>XÂY DỰNG AI AGENT  GIỚI THIỆU ĐẠI HỌC TRÀ VINH VÀ CÁC NGÀNH ĐÀO TẠO</vt:lpstr>
      <vt:lpstr>MỤC LỤC</vt:lpstr>
      <vt:lpstr>BỐI CẢNH VÀ VẤN ĐỀ ĐẶT RA</vt:lpstr>
      <vt:lpstr>MỤC TIÊU ĐỀ TÀI</vt:lpstr>
      <vt:lpstr>GIẢI PHÁP ĐỀ XUẤT</vt:lpstr>
      <vt:lpstr>LUỒNG TRẢI NGHIỆM NGƯỜI DÙNG</vt:lpstr>
      <vt:lpstr>NỀN TẢNG KỸ THUẬT</vt:lpstr>
      <vt:lpstr>KIẾN TRÚC HỆ THỐNG</vt:lpstr>
      <vt:lpstr>AI AGENT VÀ FUNCTION CALLING</vt:lpstr>
      <vt:lpstr>RAG PIPELINE</vt:lpstr>
      <vt:lpstr>GIAO DIỆN KIOSK TOUR</vt:lpstr>
      <vt:lpstr>KẾT QUẢ KIỂM THỬ</vt:lpstr>
      <vt:lpstr>HẠN CHẾ &amp; HƯỚNG PHÁT TRIỂN</vt:lpstr>
      <vt:lpstr>KẾT LUẬN</vt:lpstr>
      <vt:lpstr>CẢM ƠN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khoi huynh</dc:creator>
  <cp:lastModifiedBy>Nguyễn Thanh Hiếu</cp:lastModifiedBy>
  <cp:revision>56</cp:revision>
  <dcterms:created xsi:type="dcterms:W3CDTF">2024-11-11T02:46:49Z</dcterms:created>
  <dcterms:modified xsi:type="dcterms:W3CDTF">2026-07-09T08:51:46Z</dcterms:modified>
</cp:coreProperties>
</file>